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3.xml" ContentType="application/vnd.openxmlformats-officedocument.them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5.xml" ContentType="application/vnd.openxmlformats-officedocument.them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heme/theme6.xml" ContentType="application/vnd.openxmlformats-officedocument.theme+xml"/>
  <Override PartName="/ppt/theme/theme7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981" r:id="rId5"/>
    <p:sldMasterId id="2147484008" r:id="rId6"/>
    <p:sldMasterId id="2147484019" r:id="rId7"/>
    <p:sldMasterId id="2147484030" r:id="rId8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  <p:sldId id="259" r:id="rId12"/>
  </p:sldIdLst>
  <p:sldSz cx="12192000" cy="6858000"/>
  <p:notesSz cx="20104100" cy="11309350"/>
  <p:custDataLst>
    <p:tags r:id="rId15"/>
  </p:custDataLst>
  <p:defaultTextStyle>
    <a:defPPr>
      <a:defRPr kern="0"/>
    </a:def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79162F-0F0A-EAF6-AA5A-5BEB740E155D}" name="Wiesinger Petra" initials="PW" userId="S::P20178@fhooe.at::42d63d8b-e72b-494a-a6d8-7dcb7736f3b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7FF"/>
    <a:srgbClr val="FFFFFF"/>
    <a:srgbClr val="004B96"/>
    <a:srgbClr val="E4072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20" autoAdjust="0"/>
    <p:restoredTop sz="94711"/>
  </p:normalViewPr>
  <p:slideViewPr>
    <p:cSldViewPr snapToGrid="0">
      <p:cViewPr>
        <p:scale>
          <a:sx n="111" d="100"/>
          <a:sy n="111" d="100"/>
        </p:scale>
        <p:origin x="-64" y="21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6744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tags" Target="tags/tag1.xml"/><Relationship Id="rId10" Type="http://schemas.openxmlformats.org/officeDocument/2006/relationships/slide" Target="slides/slide2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39274C9-859C-1CD0-7D91-EFEA9CC3C6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8B09D39-D67D-17FB-80F5-443EB7925FC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88765E-B028-42BA-9483-7B6F10AD4486}" type="datetimeFigureOut">
              <a:rPr lang="de-AT" smtClean="0"/>
              <a:t>03.11.25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31B5BDC-5631-FED4-0784-63413FD384C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AA478BE-7B00-9FEB-E780-D83ECE6FC3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1D5D6-40AE-4A2E-8333-0D79F2ADE0D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3523498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562" userDrawn="1">
          <p15:clr>
            <a:srgbClr val="F26B43"/>
          </p15:clr>
        </p15:guide>
        <p15:guide id="2" pos="6332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58370FA3-E6CA-440A-AA7D-FA262B1E50BB}" type="datetimeFigureOut">
              <a:rPr lang="de-DE" smtClean="0"/>
              <a:pPr/>
              <a:t>03.11.25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AB47CE1E-FE52-498D-BB4C-6501B6E254A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3711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54492" rtl="0" eaLnBrk="1" latinLnBrk="0" hangingPunct="1">
      <a:defRPr sz="728" kern="1200">
        <a:solidFill>
          <a:schemeClr val="tx1"/>
        </a:solidFill>
        <a:latin typeface="+mn-lt"/>
        <a:ea typeface="+mn-ea"/>
        <a:cs typeface="+mn-cs"/>
      </a:defRPr>
    </a:lvl1pPr>
    <a:lvl2pPr marL="277246" algn="l" defTabSz="554492" rtl="0" eaLnBrk="1" latinLnBrk="0" hangingPunct="1">
      <a:defRPr sz="728" kern="1200">
        <a:solidFill>
          <a:schemeClr val="tx1"/>
        </a:solidFill>
        <a:latin typeface="+mn-lt"/>
        <a:ea typeface="+mn-ea"/>
        <a:cs typeface="+mn-cs"/>
      </a:defRPr>
    </a:lvl2pPr>
    <a:lvl3pPr marL="554492" algn="l" defTabSz="554492" rtl="0" eaLnBrk="1" latinLnBrk="0" hangingPunct="1">
      <a:defRPr sz="728" kern="1200">
        <a:solidFill>
          <a:schemeClr val="tx1"/>
        </a:solidFill>
        <a:latin typeface="+mn-lt"/>
        <a:ea typeface="+mn-ea"/>
        <a:cs typeface="+mn-cs"/>
      </a:defRPr>
    </a:lvl3pPr>
    <a:lvl4pPr marL="831738" algn="l" defTabSz="554492" rtl="0" eaLnBrk="1" latinLnBrk="0" hangingPunct="1">
      <a:defRPr sz="728" kern="1200">
        <a:solidFill>
          <a:schemeClr val="tx1"/>
        </a:solidFill>
        <a:latin typeface="+mn-lt"/>
        <a:ea typeface="+mn-ea"/>
        <a:cs typeface="+mn-cs"/>
      </a:defRPr>
    </a:lvl4pPr>
    <a:lvl5pPr marL="1108984" algn="l" defTabSz="554492" rtl="0" eaLnBrk="1" latinLnBrk="0" hangingPunct="1">
      <a:defRPr sz="728" kern="1200">
        <a:solidFill>
          <a:schemeClr val="tx1"/>
        </a:solidFill>
        <a:latin typeface="+mn-lt"/>
        <a:ea typeface="+mn-ea"/>
        <a:cs typeface="+mn-cs"/>
      </a:defRPr>
    </a:lvl5pPr>
    <a:lvl6pPr marL="1386230" algn="l" defTabSz="554492" rtl="0" eaLnBrk="1" latinLnBrk="0" hangingPunct="1">
      <a:defRPr sz="728" kern="1200">
        <a:solidFill>
          <a:schemeClr val="tx1"/>
        </a:solidFill>
        <a:latin typeface="+mn-lt"/>
        <a:ea typeface="+mn-ea"/>
        <a:cs typeface="+mn-cs"/>
      </a:defRPr>
    </a:lvl6pPr>
    <a:lvl7pPr marL="1663476" algn="l" defTabSz="554492" rtl="0" eaLnBrk="1" latinLnBrk="0" hangingPunct="1">
      <a:defRPr sz="728" kern="1200">
        <a:solidFill>
          <a:schemeClr val="tx1"/>
        </a:solidFill>
        <a:latin typeface="+mn-lt"/>
        <a:ea typeface="+mn-ea"/>
        <a:cs typeface="+mn-cs"/>
      </a:defRPr>
    </a:lvl7pPr>
    <a:lvl8pPr marL="1940723" algn="l" defTabSz="554492" rtl="0" eaLnBrk="1" latinLnBrk="0" hangingPunct="1">
      <a:defRPr sz="728" kern="1200">
        <a:solidFill>
          <a:schemeClr val="tx1"/>
        </a:solidFill>
        <a:latin typeface="+mn-lt"/>
        <a:ea typeface="+mn-ea"/>
        <a:cs typeface="+mn-cs"/>
      </a:defRPr>
    </a:lvl8pPr>
    <a:lvl9pPr marL="2217969" algn="l" defTabSz="554492" rtl="0" eaLnBrk="1" latinLnBrk="0" hangingPunct="1">
      <a:defRPr sz="7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openxmlformats.org/officeDocument/2006/relationships/image" Target="../media/image9.png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4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emf"/><Relationship Id="rId9" Type="http://schemas.openxmlformats.org/officeDocument/2006/relationships/image" Target="../media/image9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4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emf"/><Relationship Id="rId9" Type="http://schemas.openxmlformats.org/officeDocument/2006/relationships/image" Target="../media/image9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4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emf"/><Relationship Id="rId9" Type="http://schemas.openxmlformats.org/officeDocument/2006/relationships/image" Target="../media/image9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5" Type="http://schemas.openxmlformats.org/officeDocument/2006/relationships/image" Target="../media/image9.png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0.png"/><Relationship Id="rId4" Type="http://schemas.openxmlformats.org/officeDocument/2006/relationships/image" Target="../media/image1.emf"/><Relationship Id="rId9" Type="http://schemas.openxmlformats.org/officeDocument/2006/relationships/image" Target="../media/image4.sv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4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emf"/><Relationship Id="rId9" Type="http://schemas.openxmlformats.org/officeDocument/2006/relationships/image" Target="../media/image9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1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8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1.emf"/><Relationship Id="rId9" Type="http://schemas.openxmlformats.org/officeDocument/2006/relationships/image" Target="../media/image14.sv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6" Type="http://schemas.openxmlformats.org/officeDocument/2006/relationships/hyperlink" Target="mailto:info@fh-ooe.at" TargetMode="External"/><Relationship Id="rId5" Type="http://schemas.openxmlformats.org/officeDocument/2006/relationships/image" Target="../media/image19.png"/><Relationship Id="rId4" Type="http://schemas.openxmlformats.org/officeDocument/2006/relationships/image" Target="../media/image1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6" Type="http://schemas.openxmlformats.org/officeDocument/2006/relationships/image" Target="../media/image19.png"/><Relationship Id="rId5" Type="http://schemas.openxmlformats.org/officeDocument/2006/relationships/hyperlink" Target="mailto:info@fh-ooe.at" TargetMode="External"/><Relationship Id="rId4" Type="http://schemas.openxmlformats.org/officeDocument/2006/relationships/image" Target="../media/image1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9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0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2.xml"/><Relationship Id="rId6" Type="http://schemas.openxmlformats.org/officeDocument/2006/relationships/image" Target="../media/image9.png"/><Relationship Id="rId5" Type="http://schemas.openxmlformats.org/officeDocument/2006/relationships/image" Target="../media/image20.png"/><Relationship Id="rId4" Type="http://schemas.openxmlformats.org/officeDocument/2006/relationships/image" Target="../media/image1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3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.emf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4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.emf"/><Relationship Id="rId9" Type="http://schemas.openxmlformats.org/officeDocument/2006/relationships/image" Target="../media/image8.svg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8.sv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5.xml"/><Relationship Id="rId6" Type="http://schemas.openxmlformats.org/officeDocument/2006/relationships/image" Target="../media/image7.png"/><Relationship Id="rId5" Type="http://schemas.openxmlformats.org/officeDocument/2006/relationships/image" Target="../media/image20.png"/><Relationship Id="rId4" Type="http://schemas.openxmlformats.org/officeDocument/2006/relationships/image" Target="../media/image1.emf"/><Relationship Id="rId9" Type="http://schemas.openxmlformats.org/officeDocument/2006/relationships/image" Target="../media/image14.svg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6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7.xml"/><Relationship Id="rId6" Type="http://schemas.openxmlformats.org/officeDocument/2006/relationships/image" Target="../media/image19.png"/><Relationship Id="rId5" Type="http://schemas.openxmlformats.org/officeDocument/2006/relationships/hyperlink" Target="mailto:info@fh-ooe.at" TargetMode="External"/><Relationship Id="rId4" Type="http://schemas.openxmlformats.org/officeDocument/2006/relationships/image" Target="../media/image1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8.xml"/><Relationship Id="rId6" Type="http://schemas.openxmlformats.org/officeDocument/2006/relationships/image" Target="../media/image19.png"/><Relationship Id="rId5" Type="http://schemas.openxmlformats.org/officeDocument/2006/relationships/hyperlink" Target="mailto:info@fh-ooe.at" TargetMode="External"/><Relationship Id="rId4" Type="http://schemas.openxmlformats.org/officeDocument/2006/relationships/image" Target="../media/image1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0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3.xml"/><Relationship Id="rId6" Type="http://schemas.openxmlformats.org/officeDocument/2006/relationships/image" Target="../media/image9.png"/><Relationship Id="rId5" Type="http://schemas.openxmlformats.org/officeDocument/2006/relationships/image" Target="../media/image21.png"/><Relationship Id="rId4" Type="http://schemas.openxmlformats.org/officeDocument/2006/relationships/image" Target="../media/image1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9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4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.emf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21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5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.emf"/><Relationship Id="rId9" Type="http://schemas.openxmlformats.org/officeDocument/2006/relationships/image" Target="../media/image8.svg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8.sv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6.xml"/><Relationship Id="rId6" Type="http://schemas.openxmlformats.org/officeDocument/2006/relationships/image" Target="../media/image7.png"/><Relationship Id="rId5" Type="http://schemas.openxmlformats.org/officeDocument/2006/relationships/image" Target="../media/image21.png"/><Relationship Id="rId4" Type="http://schemas.openxmlformats.org/officeDocument/2006/relationships/image" Target="../media/image1.emf"/><Relationship Id="rId9" Type="http://schemas.openxmlformats.org/officeDocument/2006/relationships/image" Target="../media/image14.svg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.emf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8.xml"/><Relationship Id="rId6" Type="http://schemas.openxmlformats.org/officeDocument/2006/relationships/image" Target="../media/image19.png"/><Relationship Id="rId5" Type="http://schemas.openxmlformats.org/officeDocument/2006/relationships/hyperlink" Target="mailto:info@fh-ooe.at" TargetMode="External"/><Relationship Id="rId4" Type="http://schemas.openxmlformats.org/officeDocument/2006/relationships/image" Target="../media/image1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9.xml"/><Relationship Id="rId6" Type="http://schemas.openxmlformats.org/officeDocument/2006/relationships/image" Target="../media/image19.png"/><Relationship Id="rId5" Type="http://schemas.openxmlformats.org/officeDocument/2006/relationships/hyperlink" Target="mailto:info@fh-ooe.at" TargetMode="External"/><Relationship Id="rId4" Type="http://schemas.openxmlformats.org/officeDocument/2006/relationships/image" Target="../media/image1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3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4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1.emf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9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5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.emf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22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6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.emf"/><Relationship Id="rId9" Type="http://schemas.openxmlformats.org/officeDocument/2006/relationships/image" Target="../media/image8.svg"/></Relationships>
</file>

<file path=ppt/slideLayouts/_rels/slideLayout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8.sv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7.xml"/><Relationship Id="rId6" Type="http://schemas.openxmlformats.org/officeDocument/2006/relationships/image" Target="../media/image7.png"/><Relationship Id="rId5" Type="http://schemas.openxmlformats.org/officeDocument/2006/relationships/image" Target="../media/image22.png"/><Relationship Id="rId4" Type="http://schemas.openxmlformats.org/officeDocument/2006/relationships/image" Target="../media/image1.emf"/><Relationship Id="rId9" Type="http://schemas.openxmlformats.org/officeDocument/2006/relationships/image" Target="../media/image14.svg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8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.emf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9.xml"/><Relationship Id="rId6" Type="http://schemas.openxmlformats.org/officeDocument/2006/relationships/image" Target="../media/image19.png"/><Relationship Id="rId5" Type="http://schemas.openxmlformats.org/officeDocument/2006/relationships/hyperlink" Target="mailto:info@fh-ooe.at" TargetMode="External"/><Relationship Id="rId4" Type="http://schemas.openxmlformats.org/officeDocument/2006/relationships/image" Target="../media/image1.emf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60.xml"/><Relationship Id="rId6" Type="http://schemas.openxmlformats.org/officeDocument/2006/relationships/image" Target="../media/image19.png"/><Relationship Id="rId5" Type="http://schemas.openxmlformats.org/officeDocument/2006/relationships/hyperlink" Target="mailto:info@fh-ooe.at" TargetMode="External"/><Relationship Id="rId4" Type="http://schemas.openxmlformats.org/officeDocument/2006/relationships/image" Target="../media/image1.emf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6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63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64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65.xml"/><Relationship Id="rId6" Type="http://schemas.openxmlformats.org/officeDocument/2006/relationships/image" Target="../media/image9.png"/><Relationship Id="rId5" Type="http://schemas.openxmlformats.org/officeDocument/2006/relationships/image" Target="../media/image23.png"/><Relationship Id="rId4" Type="http://schemas.openxmlformats.org/officeDocument/2006/relationships/image" Target="../media/image1.emf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9.png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66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.emf"/></Relationships>
</file>

<file path=ppt/slideLayouts/_rels/slideLayout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23.png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6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.emf"/><Relationship Id="rId9" Type="http://schemas.openxmlformats.org/officeDocument/2006/relationships/image" Target="../media/image8.svg"/></Relationships>
</file>

<file path=ppt/slideLayouts/_rels/slideLayout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8.svg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68.xml"/><Relationship Id="rId6" Type="http://schemas.openxmlformats.org/officeDocument/2006/relationships/image" Target="../media/image7.png"/><Relationship Id="rId5" Type="http://schemas.openxmlformats.org/officeDocument/2006/relationships/image" Target="../media/image23.png"/><Relationship Id="rId4" Type="http://schemas.openxmlformats.org/officeDocument/2006/relationships/image" Target="../media/image1.emf"/><Relationship Id="rId9" Type="http://schemas.openxmlformats.org/officeDocument/2006/relationships/image" Target="../media/image14.svg"/></Relationships>
</file>

<file path=ppt/slideLayouts/_rels/slideLayout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69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.emf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70.xml"/><Relationship Id="rId6" Type="http://schemas.openxmlformats.org/officeDocument/2006/relationships/image" Target="../media/image19.png"/><Relationship Id="rId5" Type="http://schemas.openxmlformats.org/officeDocument/2006/relationships/hyperlink" Target="mailto:info@fh-ooe.at" TargetMode="External"/><Relationship Id="rId4" Type="http://schemas.openxmlformats.org/officeDocument/2006/relationships/image" Target="../media/image1.emf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71.xml"/><Relationship Id="rId6" Type="http://schemas.openxmlformats.org/officeDocument/2006/relationships/image" Target="../media/image19.png"/><Relationship Id="rId5" Type="http://schemas.openxmlformats.org/officeDocument/2006/relationships/hyperlink" Target="mailto:info@fh-ooe.at" TargetMode="Externa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FC92DB6-3BCF-F8C7-8941-551D301C0C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7312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platzhalter 7">
            <a:extLst>
              <a:ext uri="{FF2B5EF4-FFF2-40B4-BE49-F238E27FC236}">
                <a16:creationId xmlns:a16="http://schemas.microsoft.com/office/drawing/2014/main" id="{F9C532F2-42E9-A916-FFA6-31EE57BC5E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962" y="2215610"/>
            <a:ext cx="11522075" cy="3305175"/>
          </a:xfrm>
          <a:prstGeom prst="rect">
            <a:avLst/>
          </a:prstGeom>
        </p:spPr>
        <p:txBody>
          <a:bodyPr anchor="b"/>
          <a:lstStyle>
            <a:lvl1pPr marL="0" indent="0" rtl="0">
              <a:lnSpc>
                <a:spcPct val="80000"/>
              </a:lnSpc>
              <a:buFont typeface="Arial" panose="020B0604020202020204" pitchFamily="34" charset="0"/>
              <a:buNone/>
              <a:defRPr sz="7000">
                <a:solidFill>
                  <a:schemeClr val="bg2"/>
                </a:solidFill>
                <a:latin typeface="+mj-lt"/>
              </a:defRPr>
            </a:lvl1pPr>
            <a:lvl2pPr>
              <a:defRPr sz="7000">
                <a:latin typeface="+mj-lt"/>
              </a:defRPr>
            </a:lvl2pPr>
            <a:lvl3pPr>
              <a:defRPr sz="7000">
                <a:latin typeface="+mj-lt"/>
              </a:defRPr>
            </a:lvl3pPr>
            <a:lvl4pPr>
              <a:defRPr sz="7000">
                <a:latin typeface="+mj-lt"/>
              </a:defRPr>
            </a:lvl4pPr>
            <a:lvl5pPr>
              <a:defRPr sz="7000">
                <a:latin typeface="+mj-lt"/>
              </a:defRPr>
            </a:lvl5pPr>
          </a:lstStyle>
          <a:p>
            <a:pPr lvl="0"/>
            <a:r>
              <a:rPr lang="de-DE" dirty="0"/>
              <a:t>Titelfolie</a:t>
            </a:r>
          </a:p>
          <a:p>
            <a:pPr lvl="0"/>
            <a:r>
              <a:rPr lang="de-DE" dirty="0"/>
              <a:t>Headline zwei- / dreizeilig über gesamte Breite</a:t>
            </a:r>
          </a:p>
        </p:txBody>
      </p:sp>
      <p:pic>
        <p:nvPicPr>
          <p:cNvPr id="3" name="Logo FHOOE">
            <a:extLst>
              <a:ext uri="{FF2B5EF4-FFF2-40B4-BE49-F238E27FC236}">
                <a16:creationId xmlns:a16="http://schemas.microsoft.com/office/drawing/2014/main" id="{D547313D-2774-B483-7660-BBE125E9377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514966" y="375397"/>
            <a:ext cx="3340800" cy="981477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6534EDF-53EF-8037-725E-7C053DE0039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5816600"/>
            <a:ext cx="11520487" cy="492125"/>
          </a:xfrm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 sz="28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Titelfolie </a:t>
            </a:r>
            <a:r>
              <a:rPr lang="de-DE" dirty="0" err="1"/>
              <a:t>Subline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15929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folie + Bi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74BE801-662F-D87D-84C1-BC978EBC99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5773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Bildplatzhalter 5">
            <a:extLst>
              <a:ext uri="{FF2B5EF4-FFF2-40B4-BE49-F238E27FC236}">
                <a16:creationId xmlns:a16="http://schemas.microsoft.com/office/drawing/2014/main" id="{DA243E45-6611-6C37-5709-590BC986ED4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91250" y="0"/>
            <a:ext cx="6000750" cy="6858000"/>
          </a:xfrm>
          <a:custGeom>
            <a:avLst/>
            <a:gdLst>
              <a:gd name="connsiteX0" fmla="*/ 0 w 6000750"/>
              <a:gd name="connsiteY0" fmla="*/ 0 h 6858000"/>
              <a:gd name="connsiteX1" fmla="*/ 865755 w 6000750"/>
              <a:gd name="connsiteY1" fmla="*/ 0 h 6858000"/>
              <a:gd name="connsiteX2" fmla="*/ 865755 w 6000750"/>
              <a:gd name="connsiteY2" fmla="*/ 857190 h 6858000"/>
              <a:gd name="connsiteX3" fmla="*/ 1722946 w 6000750"/>
              <a:gd name="connsiteY3" fmla="*/ 857190 h 6858000"/>
              <a:gd name="connsiteX4" fmla="*/ 1722946 w 6000750"/>
              <a:gd name="connsiteY4" fmla="*/ 0 h 6858000"/>
              <a:gd name="connsiteX5" fmla="*/ 6000750 w 6000750"/>
              <a:gd name="connsiteY5" fmla="*/ 0 h 6858000"/>
              <a:gd name="connsiteX6" fmla="*/ 6000750 w 6000750"/>
              <a:gd name="connsiteY6" fmla="*/ 6858000 h 6858000"/>
              <a:gd name="connsiteX7" fmla="*/ 860426 w 6000750"/>
              <a:gd name="connsiteY7" fmla="*/ 6858000 h 6858000"/>
              <a:gd name="connsiteX8" fmla="*/ 860426 w 6000750"/>
              <a:gd name="connsiteY8" fmla="*/ 857193 h 6858000"/>
              <a:gd name="connsiteX9" fmla="*/ 0 w 6000750"/>
              <a:gd name="connsiteY9" fmla="*/ 85719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00750" h="6858000">
                <a:moveTo>
                  <a:pt x="0" y="0"/>
                </a:moveTo>
                <a:lnTo>
                  <a:pt x="865755" y="0"/>
                </a:lnTo>
                <a:lnTo>
                  <a:pt x="865755" y="857190"/>
                </a:lnTo>
                <a:lnTo>
                  <a:pt x="1722946" y="857190"/>
                </a:lnTo>
                <a:lnTo>
                  <a:pt x="1722946" y="0"/>
                </a:lnTo>
                <a:lnTo>
                  <a:pt x="6000750" y="0"/>
                </a:lnTo>
                <a:lnTo>
                  <a:pt x="6000750" y="6858000"/>
                </a:lnTo>
                <a:lnTo>
                  <a:pt x="860426" y="6858000"/>
                </a:lnTo>
                <a:lnTo>
                  <a:pt x="860426" y="857193"/>
                </a:lnTo>
                <a:lnTo>
                  <a:pt x="0" y="85719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F9C532F2-42E9-A916-FFA6-31EE57BC5E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963" y="1356874"/>
            <a:ext cx="6250664" cy="4163911"/>
          </a:xfrm>
          <a:prstGeom prst="rect">
            <a:avLst/>
          </a:prstGeom>
        </p:spPr>
        <p:txBody>
          <a:bodyPr anchor="b"/>
          <a:lstStyle>
            <a:lvl1pPr marL="0" indent="0" rtl="0">
              <a:lnSpc>
                <a:spcPct val="80000"/>
              </a:lnSpc>
              <a:buFont typeface="Arial" panose="020B0604020202020204" pitchFamily="34" charset="0"/>
              <a:buNone/>
              <a:defRPr sz="7000">
                <a:solidFill>
                  <a:schemeClr val="bg2"/>
                </a:solidFill>
                <a:latin typeface="+mj-lt"/>
              </a:defRPr>
            </a:lvl1pPr>
            <a:lvl2pPr>
              <a:defRPr sz="7000">
                <a:latin typeface="+mj-lt"/>
              </a:defRPr>
            </a:lvl2pPr>
            <a:lvl3pPr>
              <a:defRPr sz="7000">
                <a:latin typeface="+mj-lt"/>
              </a:defRPr>
            </a:lvl3pPr>
            <a:lvl4pPr>
              <a:defRPr sz="7000">
                <a:latin typeface="+mj-lt"/>
              </a:defRPr>
            </a:lvl4pPr>
            <a:lvl5pPr>
              <a:defRPr sz="7000">
                <a:latin typeface="+mj-lt"/>
              </a:defRPr>
            </a:lvl5pPr>
          </a:lstStyle>
          <a:p>
            <a:pPr lvl="0"/>
            <a:r>
              <a:rPr lang="de-DE" dirty="0"/>
              <a:t>Titelfolie</a:t>
            </a:r>
          </a:p>
          <a:p>
            <a:pPr lvl="0"/>
            <a:r>
              <a:rPr lang="de-DE" dirty="0"/>
              <a:t>Headline zwei- / dreizeilig über gesamte Breite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6534EDF-53EF-8037-725E-7C053DE0039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4" y="5816600"/>
            <a:ext cx="6250664" cy="492125"/>
          </a:xfrm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 sz="28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Titelfolie </a:t>
            </a:r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6" name="Textplatzhalter 17">
            <a:extLst>
              <a:ext uri="{FF2B5EF4-FFF2-40B4-BE49-F238E27FC236}">
                <a16:creationId xmlns:a16="http://schemas.microsoft.com/office/drawing/2014/main" id="{5B6A62F0-4243-B24C-8C65-A1E38494C4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89523" y="441729"/>
            <a:ext cx="3190673" cy="853660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5247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DBB5829-2F42-ACB7-9B92-50A690E036C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2024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Balken 1">
            <a:extLst>
              <a:ext uri="{FF2B5EF4-FFF2-40B4-BE49-F238E27FC236}">
                <a16:creationId xmlns:a16="http://schemas.microsoft.com/office/drawing/2014/main" id="{B0E9E716-4CFC-A16A-14AD-952EF67E4927}"/>
              </a:ext>
            </a:extLst>
          </p:cNvPr>
          <p:cNvSpPr>
            <a:spLocks/>
          </p:cNvSpPr>
          <p:nvPr userDrawn="1"/>
        </p:nvSpPr>
        <p:spPr>
          <a:xfrm>
            <a:off x="-1" y="1"/>
            <a:ext cx="5143308" cy="1484312"/>
          </a:xfrm>
          <a:custGeom>
            <a:avLst/>
            <a:gdLst/>
            <a:ahLst/>
            <a:cxnLst/>
            <a:rect l="l" t="t" r="r" b="b"/>
            <a:pathLst>
              <a:path w="8481695" h="3926840">
                <a:moveTo>
                  <a:pt x="8481417" y="0"/>
                </a:moveTo>
                <a:lnTo>
                  <a:pt x="0" y="0"/>
                </a:lnTo>
                <a:lnTo>
                  <a:pt x="0" y="3926582"/>
                </a:lnTo>
                <a:lnTo>
                  <a:pt x="8481417" y="3926582"/>
                </a:lnTo>
                <a:lnTo>
                  <a:pt x="8481417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>
            <a:noAutofit/>
          </a:bodyPr>
          <a:lstStyle/>
          <a:p>
            <a:pPr rtl="0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25CEDE-AAA4-C19A-744E-99BBC213E8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273685"/>
            <a:ext cx="4374198" cy="624839"/>
          </a:xfrm>
        </p:spPr>
        <p:txBody>
          <a:bodyPr vert="horz"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Agenda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A86548D4-CD70-6B32-5EAC-797AA475BC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91250" y="0"/>
            <a:ext cx="6000750" cy="6858000"/>
          </a:xfrm>
          <a:custGeom>
            <a:avLst/>
            <a:gdLst>
              <a:gd name="connsiteX0" fmla="*/ 0 w 6000750"/>
              <a:gd name="connsiteY0" fmla="*/ 0 h 6858000"/>
              <a:gd name="connsiteX1" fmla="*/ 865755 w 6000750"/>
              <a:gd name="connsiteY1" fmla="*/ 0 h 6858000"/>
              <a:gd name="connsiteX2" fmla="*/ 865755 w 6000750"/>
              <a:gd name="connsiteY2" fmla="*/ 857190 h 6858000"/>
              <a:gd name="connsiteX3" fmla="*/ 1722946 w 6000750"/>
              <a:gd name="connsiteY3" fmla="*/ 857190 h 6858000"/>
              <a:gd name="connsiteX4" fmla="*/ 1722946 w 6000750"/>
              <a:gd name="connsiteY4" fmla="*/ 0 h 6858000"/>
              <a:gd name="connsiteX5" fmla="*/ 6000750 w 6000750"/>
              <a:gd name="connsiteY5" fmla="*/ 0 h 6858000"/>
              <a:gd name="connsiteX6" fmla="*/ 6000750 w 6000750"/>
              <a:gd name="connsiteY6" fmla="*/ 6858000 h 6858000"/>
              <a:gd name="connsiteX7" fmla="*/ 860426 w 6000750"/>
              <a:gd name="connsiteY7" fmla="*/ 6858000 h 6858000"/>
              <a:gd name="connsiteX8" fmla="*/ 860426 w 6000750"/>
              <a:gd name="connsiteY8" fmla="*/ 857193 h 6858000"/>
              <a:gd name="connsiteX9" fmla="*/ 0 w 6000750"/>
              <a:gd name="connsiteY9" fmla="*/ 85719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00750" h="6858000">
                <a:moveTo>
                  <a:pt x="0" y="0"/>
                </a:moveTo>
                <a:lnTo>
                  <a:pt x="865755" y="0"/>
                </a:lnTo>
                <a:lnTo>
                  <a:pt x="865755" y="857190"/>
                </a:lnTo>
                <a:lnTo>
                  <a:pt x="1722946" y="857190"/>
                </a:lnTo>
                <a:lnTo>
                  <a:pt x="1722946" y="0"/>
                </a:lnTo>
                <a:lnTo>
                  <a:pt x="6000750" y="0"/>
                </a:lnTo>
                <a:lnTo>
                  <a:pt x="6000750" y="6858000"/>
                </a:lnTo>
                <a:lnTo>
                  <a:pt x="860426" y="6858000"/>
                </a:lnTo>
                <a:lnTo>
                  <a:pt x="860426" y="857193"/>
                </a:lnTo>
                <a:lnTo>
                  <a:pt x="0" y="85719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F1F45568-EE0C-7B0C-6BE9-D2D11210584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2377444"/>
            <a:ext cx="5761037" cy="3931279"/>
          </a:xfrm>
        </p:spPr>
        <p:txBody>
          <a:bodyPr/>
          <a:lstStyle>
            <a:lvl1pPr marL="342900" indent="-342900" rtl="0">
              <a:spcAft>
                <a:spcPts val="1200"/>
              </a:spcAft>
              <a:buFont typeface="+mj-lt"/>
              <a:buAutoNum type="arabicPeriod"/>
              <a:defRPr sz="2000"/>
            </a:lvl1pPr>
          </a:lstStyle>
          <a:p>
            <a:pPr lvl="0"/>
            <a:r>
              <a:rPr lang="de-DE" dirty="0" err="1"/>
              <a:t>Agendapunkt</a:t>
            </a:r>
            <a:endParaRPr lang="de-DE" dirty="0"/>
          </a:p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98836821-BA5C-5FBA-8937-B59E19604EE2}"/>
              </a:ext>
            </a:extLst>
          </p:cNvPr>
          <p:cNvCxnSpPr>
            <a:cxnSpLocks/>
          </p:cNvCxnSpPr>
          <p:nvPr userDrawn="1"/>
        </p:nvCxnSpPr>
        <p:spPr>
          <a:xfrm>
            <a:off x="334963" y="2140048"/>
            <a:ext cx="576103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platzhalter 17">
            <a:extLst>
              <a:ext uri="{FF2B5EF4-FFF2-40B4-BE49-F238E27FC236}">
                <a16:creationId xmlns:a16="http://schemas.microsoft.com/office/drawing/2014/main" id="{6376019F-45B8-CB8D-7B91-FB57265EE0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23463" y="432000"/>
            <a:ext cx="1933575" cy="517325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2" name="Fußzeilenplatzhalter 15">
            <a:extLst>
              <a:ext uri="{FF2B5EF4-FFF2-40B4-BE49-F238E27FC236}">
                <a16:creationId xmlns:a16="http://schemas.microsoft.com/office/drawing/2014/main" id="{9F9B31BD-8363-EB91-60BD-52939F4E70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13" name="Foliennummernplatzhalter 16">
            <a:extLst>
              <a:ext uri="{FF2B5EF4-FFF2-40B4-BE49-F238E27FC236}">
                <a16:creationId xmlns:a16="http://schemas.microsoft.com/office/drawing/2014/main" id="{F23B46E1-F6DE-7BAC-0357-0759E38724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96133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DBB5829-2F42-ACB7-9B92-50A690E036C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413770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DBB5829-2F42-ACB7-9B92-50A690E036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3425CEDE-AAA4-C19A-744E-99BBC213E8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273685"/>
            <a:ext cx="4374198" cy="624839"/>
          </a:xfrm>
        </p:spPr>
        <p:txBody>
          <a:bodyPr vert="horz"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Agenda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F1F45568-EE0C-7B0C-6BE9-D2D11210584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2377444"/>
            <a:ext cx="11522075" cy="3931279"/>
          </a:xfrm>
        </p:spPr>
        <p:txBody>
          <a:bodyPr numCol="2" spcCol="180000"/>
          <a:lstStyle>
            <a:lvl1pPr marL="539750" indent="-539750" rtl="0">
              <a:spcAft>
                <a:spcPts val="1200"/>
              </a:spcAft>
              <a:buFont typeface="+mj-lt"/>
              <a:buAutoNum type="arabicPeriod"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 err="1"/>
              <a:t>Agendapunkt</a:t>
            </a:r>
            <a:endParaRPr lang="de-DE" dirty="0"/>
          </a:p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98836821-BA5C-5FBA-8937-B59E19604EE2}"/>
              </a:ext>
            </a:extLst>
          </p:cNvPr>
          <p:cNvCxnSpPr>
            <a:cxnSpLocks/>
          </p:cNvCxnSpPr>
          <p:nvPr userDrawn="1"/>
        </p:nvCxnSpPr>
        <p:spPr>
          <a:xfrm>
            <a:off x="334963" y="2140048"/>
            <a:ext cx="1152207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FHOÖ Logo">
            <a:extLst>
              <a:ext uri="{FF2B5EF4-FFF2-40B4-BE49-F238E27FC236}">
                <a16:creationId xmlns:a16="http://schemas.microsoft.com/office/drawing/2014/main" id="{919B85AD-F9D5-1AF8-C926-9A439544E85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900798" y="401546"/>
            <a:ext cx="1990800" cy="584867"/>
          </a:xfrm>
          <a:prstGeom prst="rect">
            <a:avLst/>
          </a:prstGeom>
        </p:spPr>
      </p:pic>
      <p:sp>
        <p:nvSpPr>
          <p:cNvPr id="11" name="Fußzeilenplatzhalter 15">
            <a:extLst>
              <a:ext uri="{FF2B5EF4-FFF2-40B4-BE49-F238E27FC236}">
                <a16:creationId xmlns:a16="http://schemas.microsoft.com/office/drawing/2014/main" id="{A8D3CD48-DB3D-1B4E-E765-22739834A3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12" name="Foliennummernplatzhalter 16">
            <a:extLst>
              <a:ext uri="{FF2B5EF4-FFF2-40B4-BE49-F238E27FC236}">
                <a16:creationId xmlns:a16="http://schemas.microsoft.com/office/drawing/2014/main" id="{10D4FC27-8EB2-7103-BA97-6A18182DF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87510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DBB5829-2F42-ACB7-9B92-50A690E036C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534041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DBB5829-2F42-ACB7-9B92-50A690E036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Balken 1">
            <a:extLst>
              <a:ext uri="{FF2B5EF4-FFF2-40B4-BE49-F238E27FC236}">
                <a16:creationId xmlns:a16="http://schemas.microsoft.com/office/drawing/2014/main" id="{B0E9E716-4CFC-A16A-14AD-952EF67E4927}"/>
              </a:ext>
            </a:extLst>
          </p:cNvPr>
          <p:cNvSpPr>
            <a:spLocks/>
          </p:cNvSpPr>
          <p:nvPr userDrawn="1"/>
        </p:nvSpPr>
        <p:spPr>
          <a:xfrm>
            <a:off x="-1" y="1"/>
            <a:ext cx="5143308" cy="1484312"/>
          </a:xfrm>
          <a:custGeom>
            <a:avLst/>
            <a:gdLst/>
            <a:ahLst/>
            <a:cxnLst/>
            <a:rect l="l" t="t" r="r" b="b"/>
            <a:pathLst>
              <a:path w="8481695" h="3926840">
                <a:moveTo>
                  <a:pt x="8481417" y="0"/>
                </a:moveTo>
                <a:lnTo>
                  <a:pt x="0" y="0"/>
                </a:lnTo>
                <a:lnTo>
                  <a:pt x="0" y="3926582"/>
                </a:lnTo>
                <a:lnTo>
                  <a:pt x="8481417" y="3926582"/>
                </a:lnTo>
                <a:lnTo>
                  <a:pt x="8481417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>
            <a:noAutofit/>
          </a:bodyPr>
          <a:lstStyle/>
          <a:p>
            <a:pPr rtl="0"/>
            <a:endParaRPr lang="de-DE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A86548D4-CD70-6B32-5EAC-797AA475BC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91250" y="0"/>
            <a:ext cx="6000750" cy="6858000"/>
          </a:xfrm>
          <a:custGeom>
            <a:avLst/>
            <a:gdLst>
              <a:gd name="connsiteX0" fmla="*/ 0 w 6000750"/>
              <a:gd name="connsiteY0" fmla="*/ 0 h 6858000"/>
              <a:gd name="connsiteX1" fmla="*/ 865755 w 6000750"/>
              <a:gd name="connsiteY1" fmla="*/ 0 h 6858000"/>
              <a:gd name="connsiteX2" fmla="*/ 865755 w 6000750"/>
              <a:gd name="connsiteY2" fmla="*/ 857190 h 6858000"/>
              <a:gd name="connsiteX3" fmla="*/ 1722946 w 6000750"/>
              <a:gd name="connsiteY3" fmla="*/ 857190 h 6858000"/>
              <a:gd name="connsiteX4" fmla="*/ 1722946 w 6000750"/>
              <a:gd name="connsiteY4" fmla="*/ 0 h 6858000"/>
              <a:gd name="connsiteX5" fmla="*/ 6000750 w 6000750"/>
              <a:gd name="connsiteY5" fmla="*/ 0 h 6858000"/>
              <a:gd name="connsiteX6" fmla="*/ 6000750 w 6000750"/>
              <a:gd name="connsiteY6" fmla="*/ 6858000 h 6858000"/>
              <a:gd name="connsiteX7" fmla="*/ 860426 w 6000750"/>
              <a:gd name="connsiteY7" fmla="*/ 6858000 h 6858000"/>
              <a:gd name="connsiteX8" fmla="*/ 860426 w 6000750"/>
              <a:gd name="connsiteY8" fmla="*/ 857193 h 6858000"/>
              <a:gd name="connsiteX9" fmla="*/ 0 w 6000750"/>
              <a:gd name="connsiteY9" fmla="*/ 85719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00750" h="6858000">
                <a:moveTo>
                  <a:pt x="0" y="0"/>
                </a:moveTo>
                <a:lnTo>
                  <a:pt x="865755" y="0"/>
                </a:lnTo>
                <a:lnTo>
                  <a:pt x="865755" y="857190"/>
                </a:lnTo>
                <a:lnTo>
                  <a:pt x="1722946" y="857190"/>
                </a:lnTo>
                <a:lnTo>
                  <a:pt x="1722946" y="0"/>
                </a:lnTo>
                <a:lnTo>
                  <a:pt x="6000750" y="0"/>
                </a:lnTo>
                <a:lnTo>
                  <a:pt x="6000750" y="6858000"/>
                </a:lnTo>
                <a:lnTo>
                  <a:pt x="860426" y="6858000"/>
                </a:lnTo>
                <a:lnTo>
                  <a:pt x="860426" y="857193"/>
                </a:lnTo>
                <a:lnTo>
                  <a:pt x="0" y="85719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" name="Textplatzhalter 17">
            <a:extLst>
              <a:ext uri="{FF2B5EF4-FFF2-40B4-BE49-F238E27FC236}">
                <a16:creationId xmlns:a16="http://schemas.microsoft.com/office/drawing/2014/main" id="{6376019F-45B8-CB8D-7B91-FB57265EE0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23463" y="432000"/>
            <a:ext cx="1933575" cy="517325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2" name="Fußzeilenplatzhalter 15">
            <a:extLst>
              <a:ext uri="{FF2B5EF4-FFF2-40B4-BE49-F238E27FC236}">
                <a16:creationId xmlns:a16="http://schemas.microsoft.com/office/drawing/2014/main" id="{9F9B31BD-8363-EB91-60BD-52939F4E70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13" name="Foliennummernplatzhalter 16">
            <a:extLst>
              <a:ext uri="{FF2B5EF4-FFF2-40B4-BE49-F238E27FC236}">
                <a16:creationId xmlns:a16="http://schemas.microsoft.com/office/drawing/2014/main" id="{F23B46E1-F6DE-7BAC-0357-0759E38724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534C8F37-A2C7-05C2-54D0-0788AC0205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263900"/>
            <a:ext cx="5761037" cy="304482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rtl="0">
              <a:lnSpc>
                <a:spcPct val="80000"/>
              </a:lnSpc>
              <a:buFont typeface="Arial" panose="020B0604020202020204" pitchFamily="34" charset="0"/>
              <a:buNone/>
              <a:defRPr sz="4800">
                <a:solidFill>
                  <a:schemeClr val="tx1"/>
                </a:solidFill>
                <a:latin typeface="+mj-lt"/>
              </a:defRPr>
            </a:lvl1pPr>
            <a:lvl2pPr>
              <a:defRPr sz="7000">
                <a:latin typeface="+mj-lt"/>
              </a:defRPr>
            </a:lvl2pPr>
            <a:lvl3pPr>
              <a:defRPr sz="7000">
                <a:latin typeface="+mj-lt"/>
              </a:defRPr>
            </a:lvl3pPr>
            <a:lvl4pPr>
              <a:defRPr sz="7000">
                <a:latin typeface="+mj-lt"/>
              </a:defRPr>
            </a:lvl4pPr>
            <a:lvl5pPr>
              <a:defRPr sz="7000">
                <a:latin typeface="+mj-lt"/>
              </a:defRPr>
            </a:lvl5pPr>
          </a:lstStyle>
          <a:p>
            <a:pPr lvl="0"/>
            <a:r>
              <a:rPr lang="de-DE" dirty="0" err="1"/>
              <a:t>Kapiteltrenner</a:t>
            </a:r>
            <a:endParaRPr lang="de-DE" dirty="0"/>
          </a:p>
          <a:p>
            <a:pPr lvl="0"/>
            <a:r>
              <a:rPr lang="de-DE" dirty="0"/>
              <a:t>Headline zwei- / dreizeilig</a:t>
            </a:r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C486CAC1-C59E-F9B0-60B6-D31AB9920A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96150" y="2286554"/>
            <a:ext cx="4560888" cy="4824412"/>
          </a:xfrm>
        </p:spPr>
        <p:txBody>
          <a:bodyPr anchor="b"/>
          <a:lstStyle>
            <a:lvl1pPr marL="0" indent="0" algn="r" rtl="0">
              <a:buNone/>
              <a:defRPr sz="34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89444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5C9AB1F-2A05-38F4-D785-CBC28020FBD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630326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platzhalter 7">
            <a:extLst>
              <a:ext uri="{FF2B5EF4-FFF2-40B4-BE49-F238E27FC236}">
                <a16:creationId xmlns:a16="http://schemas.microsoft.com/office/drawing/2014/main" id="{F9C532F2-42E9-A916-FFA6-31EE57BC5E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963" y="3263900"/>
            <a:ext cx="5761037" cy="304482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rtl="0">
              <a:lnSpc>
                <a:spcPct val="80000"/>
              </a:lnSpc>
              <a:buFont typeface="Arial" panose="020B0604020202020204" pitchFamily="34" charset="0"/>
              <a:buNone/>
              <a:defRPr sz="4800">
                <a:solidFill>
                  <a:schemeClr val="bg2"/>
                </a:solidFill>
                <a:latin typeface="+mj-lt"/>
              </a:defRPr>
            </a:lvl1pPr>
            <a:lvl2pPr>
              <a:defRPr sz="7000">
                <a:latin typeface="+mj-lt"/>
              </a:defRPr>
            </a:lvl2pPr>
            <a:lvl3pPr>
              <a:defRPr sz="7000">
                <a:latin typeface="+mj-lt"/>
              </a:defRPr>
            </a:lvl3pPr>
            <a:lvl4pPr>
              <a:defRPr sz="7000">
                <a:latin typeface="+mj-lt"/>
              </a:defRPr>
            </a:lvl4pPr>
            <a:lvl5pPr>
              <a:defRPr sz="7000">
                <a:latin typeface="+mj-lt"/>
              </a:defRPr>
            </a:lvl5pPr>
          </a:lstStyle>
          <a:p>
            <a:pPr lvl="0"/>
            <a:r>
              <a:rPr lang="de-DE" dirty="0" err="1"/>
              <a:t>Kapiteltrenner</a:t>
            </a:r>
            <a:endParaRPr lang="de-DE" dirty="0"/>
          </a:p>
          <a:p>
            <a:pPr lvl="0"/>
            <a:r>
              <a:rPr lang="de-DE" dirty="0"/>
              <a:t>Headline zwei- / dreizeilig</a:t>
            </a:r>
          </a:p>
        </p:txBody>
      </p:sp>
      <p:pic>
        <p:nvPicPr>
          <p:cNvPr id="3" name="Logo FHOOE">
            <a:extLst>
              <a:ext uri="{FF2B5EF4-FFF2-40B4-BE49-F238E27FC236}">
                <a16:creationId xmlns:a16="http://schemas.microsoft.com/office/drawing/2014/main" id="{D547313D-2774-B483-7660-BBE125E9377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514966" y="375397"/>
            <a:ext cx="3340800" cy="981477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B6F5394-6F74-5357-F939-DD04C8D125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96150" y="2286554"/>
            <a:ext cx="4560888" cy="4824412"/>
          </a:xfrm>
        </p:spPr>
        <p:txBody>
          <a:bodyPr anchor="b"/>
          <a:lstStyle>
            <a:lvl1pPr marL="0" indent="0" algn="r" rtl="0">
              <a:buNone/>
              <a:defRPr sz="34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462545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203144A-7A8B-EDC0-40D4-2E9C016405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73486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03144A-7A8B-EDC0-40D4-2E9C016405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fik 4" descr="Ein Bild, das Text, Schrift, Symbol, Logo enthält.&#10;&#10;Automatisch generierte Beschreibung">
            <a:extLst>
              <a:ext uri="{FF2B5EF4-FFF2-40B4-BE49-F238E27FC236}">
                <a16:creationId xmlns:a16="http://schemas.microsoft.com/office/drawing/2014/main" id="{C762999D-1A43-B955-A8F9-6C9AEA42E44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174" y="383229"/>
            <a:ext cx="2010258" cy="615345"/>
          </a:xfrm>
          <a:prstGeom prst="rect">
            <a:avLst/>
          </a:prstGeom>
        </p:spPr>
      </p:pic>
      <p:sp>
        <p:nvSpPr>
          <p:cNvPr id="12" name="Titel 11">
            <a:extLst>
              <a:ext uri="{FF2B5EF4-FFF2-40B4-BE49-F238E27FC236}">
                <a16:creationId xmlns:a16="http://schemas.microsoft.com/office/drawing/2014/main" id="{C74681A2-10C1-98D6-2EA9-190A8C0D3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48" y="273685"/>
            <a:ext cx="9389385" cy="624839"/>
          </a:xfrm>
        </p:spPr>
        <p:txBody>
          <a:bodyPr vert="horz">
            <a:noAutofit/>
          </a:bodyPr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A10159D-0557-0072-E78F-CA59B8C6C5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4949" y="917260"/>
            <a:ext cx="9389386" cy="258763"/>
          </a:xfrm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Fußzeilenplatzhalter 15">
            <a:extLst>
              <a:ext uri="{FF2B5EF4-FFF2-40B4-BE49-F238E27FC236}">
                <a16:creationId xmlns:a16="http://schemas.microsoft.com/office/drawing/2014/main" id="{68363F90-F950-A002-C538-AA10FFA1A5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10" name="Foliennummernplatzhalter 16">
            <a:extLst>
              <a:ext uri="{FF2B5EF4-FFF2-40B4-BE49-F238E27FC236}">
                <a16:creationId xmlns:a16="http://schemas.microsoft.com/office/drawing/2014/main" id="{0CD3E288-BE53-D4D3-BF0E-C5F84500A1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FDE42380-D3F0-79E3-0524-8D44931D1FE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6075" y="6308725"/>
            <a:ext cx="11510963" cy="252413"/>
          </a:xfrm>
        </p:spPr>
        <p:txBody>
          <a:bodyPr anchor="ctr"/>
          <a:lstStyle>
            <a:lvl1pPr marL="0" indent="0" rtl="0">
              <a:spcAft>
                <a:spcPts val="0"/>
              </a:spcAft>
              <a:buNone/>
              <a:defRPr sz="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1545551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203144A-7A8B-EDC0-40D4-2E9C016405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82000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el 11">
            <a:extLst>
              <a:ext uri="{FF2B5EF4-FFF2-40B4-BE49-F238E27FC236}">
                <a16:creationId xmlns:a16="http://schemas.microsoft.com/office/drawing/2014/main" id="{C74681A2-10C1-98D6-2EA9-190A8C0D3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73685"/>
            <a:ext cx="9399880" cy="624839"/>
          </a:xfrm>
        </p:spPr>
        <p:txBody>
          <a:bodyPr vert="horz">
            <a:noAutofit/>
          </a:bodyPr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CAD0F7F-FC48-25D8-64CA-847F0AE979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A10159D-0557-0072-E78F-CA59B8C6C5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4963" y="917260"/>
            <a:ext cx="9399881" cy="258763"/>
          </a:xfrm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Fußzeilenplatzhalter 15">
            <a:extLst>
              <a:ext uri="{FF2B5EF4-FFF2-40B4-BE49-F238E27FC236}">
                <a16:creationId xmlns:a16="http://schemas.microsoft.com/office/drawing/2014/main" id="{D764EF15-5371-C029-1DF0-C09E2EE8E0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18" name="Foliennummernplatzhalter 16">
            <a:extLst>
              <a:ext uri="{FF2B5EF4-FFF2-40B4-BE49-F238E27FC236}">
                <a16:creationId xmlns:a16="http://schemas.microsoft.com/office/drawing/2014/main" id="{C4B9D0AF-5F35-3DD0-5B2C-2BFD20223F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2" name="Group 32">
            <a:extLst>
              <a:ext uri="{FF2B5EF4-FFF2-40B4-BE49-F238E27FC236}">
                <a16:creationId xmlns:a16="http://schemas.microsoft.com/office/drawing/2014/main" id="{8AEEDBB7-5278-15E9-928A-96989EBD1718}"/>
              </a:ext>
            </a:extLst>
          </p:cNvPr>
          <p:cNvGrpSpPr/>
          <p:nvPr userDrawn="1"/>
        </p:nvGrpSpPr>
        <p:grpSpPr>
          <a:xfrm>
            <a:off x="12334651" y="898524"/>
            <a:ext cx="2238375" cy="5662614"/>
            <a:chOff x="12455525" y="1"/>
            <a:chExt cx="2238375" cy="5662614"/>
          </a:xfrm>
        </p:grpSpPr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7F2D03EB-7727-18A0-E0E4-86EF4CF5EEB0}"/>
                </a:ext>
              </a:extLst>
            </p:cNvPr>
            <p:cNvSpPr/>
            <p:nvPr/>
          </p:nvSpPr>
          <p:spPr>
            <a:xfrm>
              <a:off x="12455525" y="1"/>
              <a:ext cx="2238375" cy="5662614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44000" tIns="108000" rIns="144000" bIns="108000"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Plus Jakarta Sans ExtraBold" pitchFamily="2" charset="77"/>
                </a:rPr>
                <a:t>Hinweis zum </a:t>
              </a:r>
              <a:br>
                <a:rPr kumimoji="0" lang="de-DE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Plus Jakarta Sans ExtraBold" pitchFamily="2" charset="77"/>
                </a:rPr>
              </a:br>
              <a:r>
                <a:rPr kumimoji="0" lang="de-DE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Plus Jakarta Sans ExtraBold" pitchFamily="2" charset="77"/>
                </a:rPr>
                <a:t>schnellen Formatieren von Texten: 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ExtraBold" pitchFamily="2" charset="7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ExtraBold" pitchFamily="2" charset="7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br>
                <a:rPr kumimoji="0" lang="de-DE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Plus Jakarta Sans ExtraBold" pitchFamily="2" charset="77"/>
                </a:rPr>
              </a:br>
              <a:endPara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ExtraBold" pitchFamily="2" charset="7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ExtraBold" pitchFamily="2" charset="7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ExtraBold" pitchFamily="2" charset="7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ExtraBold" pitchFamily="2" charset="7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ExtraBold" pitchFamily="2" charset="7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Plus Jakarta Sans ExtraBold" pitchFamily="2" charset="77"/>
                </a:rPr>
                <a:t>Absatz-Zeichen</a:t>
              </a:r>
              <a:r>
                <a:rPr kumimoji="0" lang="de-DE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Plus Jakarta Sans Medium" pitchFamily="2" charset="77"/>
                </a:rPr>
                <a:t> nutzen, um zwischen diesen vorprogrammierten Textebenen zu wechseln: </a:t>
              </a:r>
            </a:p>
          </p:txBody>
        </p:sp>
        <p:sp>
          <p:nvSpPr>
            <p:cNvPr id="6" name="Textplatzhalter 45">
              <a:extLst>
                <a:ext uri="{FF2B5EF4-FFF2-40B4-BE49-F238E27FC236}">
                  <a16:creationId xmlns:a16="http://schemas.microsoft.com/office/drawing/2014/main" id="{4FE27DA3-09C5-33B3-B28B-8242B1E306BF}"/>
                </a:ext>
              </a:extLst>
            </p:cNvPr>
            <p:cNvSpPr txBox="1">
              <a:spLocks/>
            </p:cNvSpPr>
            <p:nvPr/>
          </p:nvSpPr>
          <p:spPr>
            <a:xfrm>
              <a:off x="12623256" y="3657603"/>
              <a:ext cx="1617312" cy="1403350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671344"/>
                </a:buClr>
                <a:buSzPct val="80000"/>
                <a:buFont typeface="Wingdings" panose="05000000000000000000" pitchFamily="2" charset="2"/>
                <a:buChar char="§"/>
                <a:defRPr lang="de-DE" sz="1400" kern="1200" dirty="0" smtClean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1pPr>
              <a:lvl2pPr marL="358775" indent="-17938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lang="de-DE" sz="1400" kern="1200" dirty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2pPr>
              <a:lvl3pPr marL="540000" indent="-17938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lang="de-DE" sz="1400" kern="1200" dirty="0" smtClean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3pPr>
              <a:lvl4pPr marL="180975" indent="-18097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lang="de-DE" sz="1400" kern="1200" dirty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4pPr>
              <a:lvl5pPr marL="358775" indent="-17938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tx2"/>
                </a:buClr>
                <a:buFont typeface="+mj-lt"/>
                <a:buAutoNum type="alphaLcPeriod"/>
                <a:tabLst/>
                <a:defRPr lang="de-DE" sz="1400" b="0" kern="1200" dirty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5pPr>
              <a:lvl6pPr marL="540000" indent="-17938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tx2"/>
                </a:buClr>
                <a:buFont typeface="+mj-lt"/>
                <a:buAutoNum type="alphaLcPeriod"/>
                <a:defRPr lang="de-DE" sz="1400" b="0" kern="1200" dirty="0" smtClean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1000"/>
                </a:spcAft>
                <a:buFont typeface="+mj-lt"/>
                <a:buNone/>
                <a:defRPr lang="de-DE" sz="1400" b="1" kern="1200" dirty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Font typeface="+mj-lt"/>
                <a:buNone/>
                <a:defRPr lang="de-DE" sz="1400" kern="1200" dirty="0" smtClean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sz="1800" b="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6213" marR="0" lvl="0" indent="-176213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5"/>
                </a:buBlip>
                <a:tabLst/>
                <a:defRPr/>
              </a:pPr>
              <a:r>
                <a:rPr kumimoji="0" lang="de-DE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Mastertextformat bearbeiten</a:t>
              </a:r>
            </a:p>
            <a:p>
              <a:pPr marL="360363" marR="0" lvl="1" indent="-1841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de-DE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Zweite Ebene</a:t>
              </a:r>
            </a:p>
            <a:p>
              <a:pPr marL="541338" marR="0" lvl="2" indent="-180975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Symbol" panose="05050102010706020507" pitchFamily="18" charset="2"/>
                <a:buChar char="-"/>
                <a:tabLst/>
                <a:defRPr/>
              </a:pPr>
              <a:r>
                <a:rPr kumimoji="0" lang="de-DE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Dritte Ebene</a:t>
              </a:r>
            </a:p>
            <a:p>
              <a:pPr marL="176213" marR="0" lvl="3" indent="-176213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</a:buBlip>
                <a:tabLst/>
                <a:defRPr/>
              </a:pPr>
              <a:r>
                <a:rPr kumimoji="0" lang="de-DE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Vierte Ebene</a:t>
              </a:r>
            </a:p>
            <a:p>
              <a:pPr marL="0" marR="0" lvl="4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de-DE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E4072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Fünfte Ebene</a:t>
              </a:r>
            </a:p>
          </p:txBody>
        </p:sp>
        <p:grpSp>
          <p:nvGrpSpPr>
            <p:cNvPr id="7" name="Group 9">
              <a:extLst>
                <a:ext uri="{FF2B5EF4-FFF2-40B4-BE49-F238E27FC236}">
                  <a16:creationId xmlns:a16="http://schemas.microsoft.com/office/drawing/2014/main" id="{4E821BBC-12C2-7272-9E07-2EB2BCBC0A18}"/>
                </a:ext>
              </a:extLst>
            </p:cNvPr>
            <p:cNvGrpSpPr/>
            <p:nvPr/>
          </p:nvGrpSpPr>
          <p:grpSpPr>
            <a:xfrm>
              <a:off x="12656430" y="1089171"/>
              <a:ext cx="1584137" cy="987131"/>
              <a:chOff x="3838574" y="-1487553"/>
              <a:chExt cx="1819275" cy="1133654"/>
            </a:xfrm>
          </p:grpSpPr>
          <p:pic>
            <p:nvPicPr>
              <p:cNvPr id="20" name="Picture 16">
                <a:extLst>
                  <a:ext uri="{FF2B5EF4-FFF2-40B4-BE49-F238E27FC236}">
                    <a16:creationId xmlns:a16="http://schemas.microsoft.com/office/drawing/2014/main" id="{06498BE6-2B94-C3E2-4457-8BD578967745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8"/>
              <a:srcRect l="1776" t="2586" r="73195" b="4443"/>
              <a:stretch/>
            </p:blipFill>
            <p:spPr>
              <a:xfrm>
                <a:off x="3838574" y="-1487553"/>
                <a:ext cx="1819275" cy="1133654"/>
              </a:xfrm>
              <a:prstGeom prst="rect">
                <a:avLst/>
              </a:prstGeom>
              <a:ln>
                <a:solidFill>
                  <a:srgbClr val="000000"/>
                </a:solidFill>
              </a:ln>
            </p:spPr>
          </p:pic>
          <p:pic>
            <p:nvPicPr>
              <p:cNvPr id="21" name="Picture 17">
                <a:extLst>
                  <a:ext uri="{FF2B5EF4-FFF2-40B4-BE49-F238E27FC236}">
                    <a16:creationId xmlns:a16="http://schemas.microsoft.com/office/drawing/2014/main" id="{D00AE74E-6973-7EFC-CAD0-F1A599BE2477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8"/>
              <a:srcRect l="56567" t="30796" r="19234"/>
              <a:stretch/>
            </p:blipFill>
            <p:spPr>
              <a:xfrm>
                <a:off x="3838574" y="-1197759"/>
                <a:ext cx="1758949" cy="843860"/>
              </a:xfrm>
              <a:prstGeom prst="rect">
                <a:avLst/>
              </a:prstGeom>
            </p:spPr>
          </p:pic>
          <p:sp>
            <p:nvSpPr>
              <p:cNvPr id="22" name="Rectangle 18">
                <a:extLst>
                  <a:ext uri="{FF2B5EF4-FFF2-40B4-BE49-F238E27FC236}">
                    <a16:creationId xmlns:a16="http://schemas.microsoft.com/office/drawing/2014/main" id="{52F4A13C-C7A7-5872-BEC0-2CD655AEDB20}"/>
                  </a:ext>
                </a:extLst>
              </p:cNvPr>
              <p:cNvSpPr/>
              <p:nvPr userDrawn="1"/>
            </p:nvSpPr>
            <p:spPr>
              <a:xfrm>
                <a:off x="5517931" y="-1487553"/>
                <a:ext cx="139917" cy="983056"/>
              </a:xfrm>
              <a:prstGeom prst="rect">
                <a:avLst/>
              </a:prstGeom>
              <a:solidFill>
                <a:srgbClr val="F3F2F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Plus Jakarta Sans Medium" pitchFamily="2" charset="77"/>
                </a:endParaRPr>
              </a:p>
            </p:txBody>
          </p:sp>
        </p:grpSp>
        <p:sp>
          <p:nvSpPr>
            <p:cNvPr id="9" name="Arc 11">
              <a:extLst>
                <a:ext uri="{FF2B5EF4-FFF2-40B4-BE49-F238E27FC236}">
                  <a16:creationId xmlns:a16="http://schemas.microsoft.com/office/drawing/2014/main" id="{49D2674F-1F9B-4F9A-FB0A-E0C99B6CAAF9}"/>
                </a:ext>
              </a:extLst>
            </p:cNvPr>
            <p:cNvSpPr/>
            <p:nvPr/>
          </p:nvSpPr>
          <p:spPr>
            <a:xfrm rot="15649404">
              <a:off x="12562252" y="1598191"/>
              <a:ext cx="2019300" cy="1666765"/>
            </a:xfrm>
            <a:prstGeom prst="arc">
              <a:avLst>
                <a:gd name="adj1" fmla="val 17273960"/>
                <a:gd name="adj2" fmla="val 0"/>
              </a:avLst>
            </a:prstGeom>
            <a:noFill/>
            <a:ln w="25400" cap="flat" cmpd="sng" algn="ctr">
              <a:solidFill>
                <a:schemeClr val="accent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Medium" pitchFamily="2" charset="77"/>
              </a:endParaRPr>
            </a:p>
          </p:txBody>
        </p:sp>
        <p:sp>
          <p:nvSpPr>
            <p:cNvPr id="10" name="TextBox 12">
              <a:extLst>
                <a:ext uri="{FF2B5EF4-FFF2-40B4-BE49-F238E27FC236}">
                  <a16:creationId xmlns:a16="http://schemas.microsoft.com/office/drawing/2014/main" id="{22A88019-2CC0-E57A-5E3E-A6DBDC532488}"/>
                </a:ext>
              </a:extLst>
            </p:cNvPr>
            <p:cNvSpPr txBox="1"/>
            <p:nvPr/>
          </p:nvSpPr>
          <p:spPr>
            <a:xfrm>
              <a:off x="12666422" y="1143850"/>
              <a:ext cx="398698" cy="103976"/>
            </a:xfrm>
            <a:prstGeom prst="rect">
              <a:avLst/>
            </a:prstGeom>
            <a:solidFill>
              <a:srgbClr val="F3F2F1"/>
            </a:solidFill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defTabSz="1809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671344"/>
                </a:buClr>
                <a:buSzPct val="80000"/>
                <a:buFontTx/>
                <a:buNone/>
                <a:tabLst>
                  <a:tab pos="180975" algn="l"/>
                  <a:tab pos="360363" algn="l"/>
                </a:tabLst>
                <a:defRPr/>
              </a:pPr>
              <a:r>
                <a:rPr kumimoji="0" lang="de-DE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Plus Jakarta Sans Medium" pitchFamily="2" charset="77"/>
                </a:rPr>
                <a:t> Start</a:t>
              </a:r>
            </a:p>
          </p:txBody>
        </p:sp>
        <p:sp>
          <p:nvSpPr>
            <p:cNvPr id="11" name="TextBox 13">
              <a:extLst>
                <a:ext uri="{FF2B5EF4-FFF2-40B4-BE49-F238E27FC236}">
                  <a16:creationId xmlns:a16="http://schemas.microsoft.com/office/drawing/2014/main" id="{663329CE-E548-B67A-F3A8-030188FECB89}"/>
                </a:ext>
              </a:extLst>
            </p:cNvPr>
            <p:cNvSpPr txBox="1"/>
            <p:nvPr/>
          </p:nvSpPr>
          <p:spPr>
            <a:xfrm>
              <a:off x="13167679" y="1143850"/>
              <a:ext cx="398698" cy="103976"/>
            </a:xfrm>
            <a:prstGeom prst="rect">
              <a:avLst/>
            </a:prstGeom>
            <a:solidFill>
              <a:srgbClr val="F3F2F1"/>
            </a:solidFill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defTabSz="1809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671344"/>
                </a:buClr>
                <a:buSzPct val="80000"/>
                <a:buFontTx/>
                <a:buNone/>
                <a:tabLst>
                  <a:tab pos="180975" algn="l"/>
                  <a:tab pos="360363" algn="l"/>
                </a:tabLst>
                <a:defRPr/>
              </a:pPr>
              <a:r>
                <a:rPr kumimoji="0" lang="de-DE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Plus Jakarta Sans Medium" pitchFamily="2" charset="77"/>
                </a:rPr>
                <a:t>Einfügen</a:t>
              </a: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2F53DF72-B638-2DC5-3E95-53D4B7522271}"/>
                </a:ext>
              </a:extLst>
            </p:cNvPr>
            <p:cNvSpPr txBox="1"/>
            <p:nvPr/>
          </p:nvSpPr>
          <p:spPr>
            <a:xfrm>
              <a:off x="13706533" y="1143850"/>
              <a:ext cx="398698" cy="103976"/>
            </a:xfrm>
            <a:prstGeom prst="rect">
              <a:avLst/>
            </a:prstGeom>
            <a:solidFill>
              <a:srgbClr val="F3F2F1"/>
            </a:solidFill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defTabSz="1809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671344"/>
                </a:buClr>
                <a:buSzPct val="80000"/>
                <a:buFontTx/>
                <a:buNone/>
                <a:tabLst>
                  <a:tab pos="180975" algn="l"/>
                  <a:tab pos="360363" algn="l"/>
                </a:tabLst>
                <a:defRPr/>
              </a:pPr>
              <a:r>
                <a:rPr kumimoji="0" lang="de-DE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Plus Jakarta Sans Medium" pitchFamily="2" charset="77"/>
                </a:rPr>
                <a:t>Entwurf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50AABE3-1DB2-613F-BA43-8E403B83AB49}"/>
                </a:ext>
              </a:extLst>
            </p:cNvPr>
            <p:cNvSpPr txBox="1"/>
            <p:nvPr/>
          </p:nvSpPr>
          <p:spPr>
            <a:xfrm>
              <a:off x="13662625" y="1929226"/>
              <a:ext cx="546374" cy="136662"/>
            </a:xfrm>
            <a:prstGeom prst="rect">
              <a:avLst/>
            </a:prstGeom>
            <a:solidFill>
              <a:srgbClr val="F3F2F1"/>
            </a:solidFill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defTabSz="1809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671344"/>
                </a:buClr>
                <a:buSzPct val="80000"/>
                <a:buFontTx/>
                <a:buNone/>
                <a:tabLst>
                  <a:tab pos="180975" algn="l"/>
                  <a:tab pos="360363" algn="l"/>
                </a:tabLst>
                <a:defRPr/>
              </a:pPr>
              <a:r>
                <a:rPr kumimoji="0" lang="de-DE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Plus Jakarta Sans Medium" pitchFamily="2" charset="77"/>
                </a:rPr>
                <a:t> Absatz</a:t>
              </a:r>
            </a:p>
          </p:txBody>
        </p:sp>
        <p:sp>
          <p:nvSpPr>
            <p:cNvPr id="17" name="Oval 13">
              <a:extLst>
                <a:ext uri="{FF2B5EF4-FFF2-40B4-BE49-F238E27FC236}">
                  <a16:creationId xmlns:a16="http://schemas.microsoft.com/office/drawing/2014/main" id="{34D1DB6D-BDD3-396B-8421-3C0C3D688683}"/>
                </a:ext>
              </a:extLst>
            </p:cNvPr>
            <p:cNvSpPr/>
            <p:nvPr/>
          </p:nvSpPr>
          <p:spPr>
            <a:xfrm>
              <a:off x="13370811" y="1246261"/>
              <a:ext cx="407914" cy="407914"/>
            </a:xfrm>
            <a:prstGeom prst="ellipse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Plus Jakarta Sans Medium" pitchFamily="2" charset="77"/>
              </a:endParaRPr>
            </a:p>
          </p:txBody>
        </p:sp>
      </p:grpSp>
      <p:sp>
        <p:nvSpPr>
          <p:cNvPr id="23" name="Textplatzhalter 12">
            <a:extLst>
              <a:ext uri="{FF2B5EF4-FFF2-40B4-BE49-F238E27FC236}">
                <a16:creationId xmlns:a16="http://schemas.microsoft.com/office/drawing/2014/main" id="{20AEB776-270E-A5D2-0410-4A78DE5C81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6075" y="6308725"/>
            <a:ext cx="11510963" cy="252413"/>
          </a:xfrm>
        </p:spPr>
        <p:txBody>
          <a:bodyPr anchor="ctr"/>
          <a:lstStyle>
            <a:lvl1pPr marL="0" indent="0" rtl="0">
              <a:spcAft>
                <a:spcPts val="0"/>
              </a:spcAft>
              <a:buNone/>
              <a:defRPr sz="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  <p:pic>
        <p:nvPicPr>
          <p:cNvPr id="19" name="Grafik 18" descr="Ein Bild, das Text, Schrift, Symbol, Logo enthält.&#10;&#10;Automatisch generierte Beschreibung">
            <a:extLst>
              <a:ext uri="{FF2B5EF4-FFF2-40B4-BE49-F238E27FC236}">
                <a16:creationId xmlns:a16="http://schemas.microsoft.com/office/drawing/2014/main" id="{22C8CD4D-7D5A-A5F3-E5A6-A36AE61A38C0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174" y="383229"/>
            <a:ext cx="2010258" cy="61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112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203144A-7A8B-EDC0-40D4-2E9C016405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40280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03144A-7A8B-EDC0-40D4-2E9C016405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el 11">
            <a:extLst>
              <a:ext uri="{FF2B5EF4-FFF2-40B4-BE49-F238E27FC236}">
                <a16:creationId xmlns:a16="http://schemas.microsoft.com/office/drawing/2014/main" id="{C74681A2-10C1-98D6-2EA9-190A8C0D3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73685"/>
            <a:ext cx="9399880" cy="624839"/>
          </a:xfrm>
        </p:spPr>
        <p:txBody>
          <a:bodyPr vert="horz">
            <a:noAutofit/>
          </a:bodyPr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CAD0F7F-FC48-25D8-64CA-847F0AE979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4964" y="1484314"/>
            <a:ext cx="5581650" cy="48244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A10159D-0557-0072-E78F-CA59B8C6C5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4963" y="917260"/>
            <a:ext cx="9399881" cy="258763"/>
          </a:xfrm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extplatzhalter 2">
            <a:extLst>
              <a:ext uri="{FF2B5EF4-FFF2-40B4-BE49-F238E27FC236}">
                <a16:creationId xmlns:a16="http://schemas.microsoft.com/office/drawing/2014/main" id="{3536D199-5B7E-892F-A8E4-7F6F7FBAE85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275388" y="1484314"/>
            <a:ext cx="5581651" cy="48244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15">
            <a:extLst>
              <a:ext uri="{FF2B5EF4-FFF2-40B4-BE49-F238E27FC236}">
                <a16:creationId xmlns:a16="http://schemas.microsoft.com/office/drawing/2014/main" id="{47E5F88C-12E3-7F6A-9B38-0499BD67D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6" name="Foliennummernplatzhalter 16">
            <a:extLst>
              <a:ext uri="{FF2B5EF4-FFF2-40B4-BE49-F238E27FC236}">
                <a16:creationId xmlns:a16="http://schemas.microsoft.com/office/drawing/2014/main" id="{25CBEBD2-DCEB-B85D-97AE-D375B602BD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9" name="Group 32">
            <a:extLst>
              <a:ext uri="{FF2B5EF4-FFF2-40B4-BE49-F238E27FC236}">
                <a16:creationId xmlns:a16="http://schemas.microsoft.com/office/drawing/2014/main" id="{222D220E-1FBA-62F6-7F17-86EA95229792}"/>
              </a:ext>
            </a:extLst>
          </p:cNvPr>
          <p:cNvGrpSpPr/>
          <p:nvPr userDrawn="1"/>
        </p:nvGrpSpPr>
        <p:grpSpPr>
          <a:xfrm>
            <a:off x="12334651" y="898524"/>
            <a:ext cx="2238375" cy="5662614"/>
            <a:chOff x="12455525" y="1"/>
            <a:chExt cx="2238375" cy="5662614"/>
          </a:xfrm>
        </p:grpSpPr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AD4162EC-E86A-3E10-B721-738DAF6A8CB6}"/>
                </a:ext>
              </a:extLst>
            </p:cNvPr>
            <p:cNvSpPr/>
            <p:nvPr/>
          </p:nvSpPr>
          <p:spPr>
            <a:xfrm>
              <a:off x="12455525" y="1"/>
              <a:ext cx="2238375" cy="5662614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44000" tIns="108000" rIns="144000" bIns="108000"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Plus Jakarta Sans ExtraBold" pitchFamily="2" charset="77"/>
                </a:rPr>
                <a:t>Hinweis zum </a:t>
              </a:r>
              <a:br>
                <a:rPr kumimoji="0" lang="de-DE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Plus Jakarta Sans ExtraBold" pitchFamily="2" charset="77"/>
                </a:rPr>
              </a:br>
              <a:r>
                <a:rPr kumimoji="0" lang="de-DE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Plus Jakarta Sans ExtraBold" pitchFamily="2" charset="77"/>
                </a:rPr>
                <a:t>schnellen Formatieren von Texten: 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ExtraBold" pitchFamily="2" charset="7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ExtraBold" pitchFamily="2" charset="7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br>
                <a:rPr kumimoji="0" lang="de-DE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Plus Jakarta Sans ExtraBold" pitchFamily="2" charset="77"/>
                </a:rPr>
              </a:br>
              <a:endPara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ExtraBold" pitchFamily="2" charset="7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ExtraBold" pitchFamily="2" charset="7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ExtraBold" pitchFamily="2" charset="7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ExtraBold" pitchFamily="2" charset="7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ExtraBold" pitchFamily="2" charset="7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Plus Jakarta Sans ExtraBold" pitchFamily="2" charset="77"/>
                </a:rPr>
                <a:t>Absatz-Zeichen</a:t>
              </a:r>
              <a:r>
                <a:rPr kumimoji="0" lang="de-DE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Plus Jakarta Sans Medium" pitchFamily="2" charset="77"/>
                </a:rPr>
                <a:t> nutzen, um zwischen diesen vorprogrammierten Textebenen zu wechseln: </a:t>
              </a:r>
            </a:p>
          </p:txBody>
        </p:sp>
        <p:sp>
          <p:nvSpPr>
            <p:cNvPr id="11" name="Textplatzhalter 45">
              <a:extLst>
                <a:ext uri="{FF2B5EF4-FFF2-40B4-BE49-F238E27FC236}">
                  <a16:creationId xmlns:a16="http://schemas.microsoft.com/office/drawing/2014/main" id="{E94EBD3F-A954-17EB-2B80-33EF3FFA2186}"/>
                </a:ext>
              </a:extLst>
            </p:cNvPr>
            <p:cNvSpPr txBox="1">
              <a:spLocks/>
            </p:cNvSpPr>
            <p:nvPr/>
          </p:nvSpPr>
          <p:spPr>
            <a:xfrm>
              <a:off x="12623256" y="3657603"/>
              <a:ext cx="1617312" cy="1403350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671344"/>
                </a:buClr>
                <a:buSzPct val="80000"/>
                <a:buFont typeface="Wingdings" panose="05000000000000000000" pitchFamily="2" charset="2"/>
                <a:buChar char="§"/>
                <a:defRPr lang="de-DE" sz="1400" kern="1200" dirty="0" smtClean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1pPr>
              <a:lvl2pPr marL="358775" indent="-17938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lang="de-DE" sz="1400" kern="1200" dirty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2pPr>
              <a:lvl3pPr marL="540000" indent="-17938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lang="de-DE" sz="1400" kern="1200" dirty="0" smtClean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3pPr>
              <a:lvl4pPr marL="180975" indent="-18097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lang="de-DE" sz="1400" kern="1200" dirty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4pPr>
              <a:lvl5pPr marL="358775" indent="-17938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tx2"/>
                </a:buClr>
                <a:buFont typeface="+mj-lt"/>
                <a:buAutoNum type="alphaLcPeriod"/>
                <a:tabLst/>
                <a:defRPr lang="de-DE" sz="1400" b="0" kern="1200" dirty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5pPr>
              <a:lvl6pPr marL="540000" indent="-17938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tx2"/>
                </a:buClr>
                <a:buFont typeface="+mj-lt"/>
                <a:buAutoNum type="alphaLcPeriod"/>
                <a:defRPr lang="de-DE" sz="1400" b="0" kern="1200" dirty="0" smtClean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1000"/>
                </a:spcAft>
                <a:buFont typeface="+mj-lt"/>
                <a:buNone/>
                <a:defRPr lang="de-DE" sz="1400" b="1" kern="1200" dirty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Font typeface="+mj-lt"/>
                <a:buNone/>
                <a:defRPr lang="de-DE" sz="1400" kern="1200" dirty="0" smtClean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sz="1800" b="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6213" marR="0" lvl="0" indent="-176213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5"/>
                </a:buBlip>
                <a:tabLst/>
                <a:defRPr/>
              </a:pPr>
              <a:r>
                <a:rPr kumimoji="0" lang="de-DE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Mastertextformat bearbeiten</a:t>
              </a:r>
            </a:p>
            <a:p>
              <a:pPr marL="360363" marR="0" lvl="1" indent="-1841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de-DE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Zweite Ebene</a:t>
              </a:r>
            </a:p>
            <a:p>
              <a:pPr marL="541338" marR="0" lvl="2" indent="-180975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Symbol" panose="05050102010706020507" pitchFamily="18" charset="2"/>
                <a:buChar char="-"/>
                <a:tabLst/>
                <a:defRPr/>
              </a:pPr>
              <a:r>
                <a:rPr kumimoji="0" lang="de-DE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Dritte Ebene</a:t>
              </a:r>
            </a:p>
            <a:p>
              <a:pPr marL="176213" marR="0" lvl="3" indent="-176213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</a:buBlip>
                <a:tabLst/>
                <a:defRPr/>
              </a:pPr>
              <a:r>
                <a:rPr kumimoji="0" lang="de-DE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Vierte Ebene</a:t>
              </a:r>
            </a:p>
            <a:p>
              <a:pPr marL="0" marR="0" lvl="4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de-DE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E4072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Fünfte Ebene</a:t>
              </a:r>
            </a:p>
          </p:txBody>
        </p:sp>
        <p:grpSp>
          <p:nvGrpSpPr>
            <p:cNvPr id="14" name="Group 9">
              <a:extLst>
                <a:ext uri="{FF2B5EF4-FFF2-40B4-BE49-F238E27FC236}">
                  <a16:creationId xmlns:a16="http://schemas.microsoft.com/office/drawing/2014/main" id="{111ECA57-E1F3-0288-E393-B481996E41CD}"/>
                </a:ext>
              </a:extLst>
            </p:cNvPr>
            <p:cNvGrpSpPr/>
            <p:nvPr/>
          </p:nvGrpSpPr>
          <p:grpSpPr>
            <a:xfrm>
              <a:off x="12656430" y="1089171"/>
              <a:ext cx="1584137" cy="987131"/>
              <a:chOff x="3838574" y="-1487553"/>
              <a:chExt cx="1819275" cy="1133654"/>
            </a:xfrm>
          </p:grpSpPr>
          <p:pic>
            <p:nvPicPr>
              <p:cNvPr id="21" name="Picture 16">
                <a:extLst>
                  <a:ext uri="{FF2B5EF4-FFF2-40B4-BE49-F238E27FC236}">
                    <a16:creationId xmlns:a16="http://schemas.microsoft.com/office/drawing/2014/main" id="{B2646301-6DCB-4F40-0BE2-C7C1FA1507CC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8"/>
              <a:srcRect l="1776" t="2586" r="73195" b="4443"/>
              <a:stretch/>
            </p:blipFill>
            <p:spPr>
              <a:xfrm>
                <a:off x="3838574" y="-1487553"/>
                <a:ext cx="1819275" cy="1133654"/>
              </a:xfrm>
              <a:prstGeom prst="rect">
                <a:avLst/>
              </a:prstGeom>
              <a:ln>
                <a:solidFill>
                  <a:srgbClr val="000000"/>
                </a:solidFill>
              </a:ln>
            </p:spPr>
          </p:pic>
          <p:pic>
            <p:nvPicPr>
              <p:cNvPr id="22" name="Picture 17">
                <a:extLst>
                  <a:ext uri="{FF2B5EF4-FFF2-40B4-BE49-F238E27FC236}">
                    <a16:creationId xmlns:a16="http://schemas.microsoft.com/office/drawing/2014/main" id="{395DE23A-3662-A618-3612-9EBBD01E05E2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8"/>
              <a:srcRect l="56567" t="30796" r="19234"/>
              <a:stretch/>
            </p:blipFill>
            <p:spPr>
              <a:xfrm>
                <a:off x="3838574" y="-1197759"/>
                <a:ext cx="1758949" cy="843860"/>
              </a:xfrm>
              <a:prstGeom prst="rect">
                <a:avLst/>
              </a:prstGeom>
            </p:spPr>
          </p:pic>
          <p:sp>
            <p:nvSpPr>
              <p:cNvPr id="23" name="Rectangle 18">
                <a:extLst>
                  <a:ext uri="{FF2B5EF4-FFF2-40B4-BE49-F238E27FC236}">
                    <a16:creationId xmlns:a16="http://schemas.microsoft.com/office/drawing/2014/main" id="{001A1318-FD37-DAC8-C061-659390FD9E3F}"/>
                  </a:ext>
                </a:extLst>
              </p:cNvPr>
              <p:cNvSpPr/>
              <p:nvPr userDrawn="1"/>
            </p:nvSpPr>
            <p:spPr>
              <a:xfrm>
                <a:off x="5517931" y="-1487553"/>
                <a:ext cx="139917" cy="983056"/>
              </a:xfrm>
              <a:prstGeom prst="rect">
                <a:avLst/>
              </a:prstGeom>
              <a:solidFill>
                <a:srgbClr val="F3F2F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Plus Jakarta Sans Medium" pitchFamily="2" charset="77"/>
                </a:endParaRPr>
              </a:p>
            </p:txBody>
          </p:sp>
        </p:grpSp>
        <p:sp>
          <p:nvSpPr>
            <p:cNvPr id="15" name="Arc 11">
              <a:extLst>
                <a:ext uri="{FF2B5EF4-FFF2-40B4-BE49-F238E27FC236}">
                  <a16:creationId xmlns:a16="http://schemas.microsoft.com/office/drawing/2014/main" id="{BBCA7BCD-EF47-7C28-EE54-4117BFFEF155}"/>
                </a:ext>
              </a:extLst>
            </p:cNvPr>
            <p:cNvSpPr/>
            <p:nvPr/>
          </p:nvSpPr>
          <p:spPr>
            <a:xfrm rot="15649404">
              <a:off x="12562252" y="1598191"/>
              <a:ext cx="2019300" cy="1666765"/>
            </a:xfrm>
            <a:prstGeom prst="arc">
              <a:avLst>
                <a:gd name="adj1" fmla="val 17273960"/>
                <a:gd name="adj2" fmla="val 0"/>
              </a:avLst>
            </a:prstGeom>
            <a:noFill/>
            <a:ln w="25400" cap="flat" cmpd="sng" algn="ctr">
              <a:solidFill>
                <a:schemeClr val="accent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Medium" pitchFamily="2" charset="77"/>
              </a:endParaRPr>
            </a:p>
          </p:txBody>
        </p:sp>
        <p:sp>
          <p:nvSpPr>
            <p:cNvPr id="16" name="TextBox 12">
              <a:extLst>
                <a:ext uri="{FF2B5EF4-FFF2-40B4-BE49-F238E27FC236}">
                  <a16:creationId xmlns:a16="http://schemas.microsoft.com/office/drawing/2014/main" id="{0DB8DC25-0790-F92F-5B4A-EAC812ED1C34}"/>
                </a:ext>
              </a:extLst>
            </p:cNvPr>
            <p:cNvSpPr txBox="1"/>
            <p:nvPr/>
          </p:nvSpPr>
          <p:spPr>
            <a:xfrm>
              <a:off x="12666422" y="1143850"/>
              <a:ext cx="398698" cy="103976"/>
            </a:xfrm>
            <a:prstGeom prst="rect">
              <a:avLst/>
            </a:prstGeom>
            <a:solidFill>
              <a:srgbClr val="F3F2F1"/>
            </a:solidFill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defTabSz="1809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671344"/>
                </a:buClr>
                <a:buSzPct val="80000"/>
                <a:buFontTx/>
                <a:buNone/>
                <a:tabLst>
                  <a:tab pos="180975" algn="l"/>
                  <a:tab pos="360363" algn="l"/>
                </a:tabLst>
                <a:defRPr/>
              </a:pPr>
              <a:r>
                <a:rPr kumimoji="0" lang="de-DE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Plus Jakarta Sans Medium" pitchFamily="2" charset="77"/>
                </a:rPr>
                <a:t> Start</a:t>
              </a:r>
            </a:p>
          </p:txBody>
        </p:sp>
        <p:sp>
          <p:nvSpPr>
            <p:cNvPr id="17" name="TextBox 13">
              <a:extLst>
                <a:ext uri="{FF2B5EF4-FFF2-40B4-BE49-F238E27FC236}">
                  <a16:creationId xmlns:a16="http://schemas.microsoft.com/office/drawing/2014/main" id="{A79F558D-728F-15E0-7594-F2DAA3B86C36}"/>
                </a:ext>
              </a:extLst>
            </p:cNvPr>
            <p:cNvSpPr txBox="1"/>
            <p:nvPr/>
          </p:nvSpPr>
          <p:spPr>
            <a:xfrm>
              <a:off x="13167679" y="1143850"/>
              <a:ext cx="398698" cy="103976"/>
            </a:xfrm>
            <a:prstGeom prst="rect">
              <a:avLst/>
            </a:prstGeom>
            <a:solidFill>
              <a:srgbClr val="F3F2F1"/>
            </a:solidFill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defTabSz="1809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671344"/>
                </a:buClr>
                <a:buSzPct val="80000"/>
                <a:buFontTx/>
                <a:buNone/>
                <a:tabLst>
                  <a:tab pos="180975" algn="l"/>
                  <a:tab pos="360363" algn="l"/>
                </a:tabLst>
                <a:defRPr/>
              </a:pPr>
              <a:r>
                <a:rPr kumimoji="0" lang="de-DE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Plus Jakarta Sans Medium" pitchFamily="2" charset="77"/>
                </a:rPr>
                <a:t>Einfügen</a:t>
              </a:r>
            </a:p>
          </p:txBody>
        </p:sp>
        <p:sp>
          <p:nvSpPr>
            <p:cNvPr id="18" name="TextBox 14">
              <a:extLst>
                <a:ext uri="{FF2B5EF4-FFF2-40B4-BE49-F238E27FC236}">
                  <a16:creationId xmlns:a16="http://schemas.microsoft.com/office/drawing/2014/main" id="{A8136E9F-E5EA-53F9-F5C7-D938F9C79E0F}"/>
                </a:ext>
              </a:extLst>
            </p:cNvPr>
            <p:cNvSpPr txBox="1"/>
            <p:nvPr/>
          </p:nvSpPr>
          <p:spPr>
            <a:xfrm>
              <a:off x="13706533" y="1143850"/>
              <a:ext cx="398698" cy="103976"/>
            </a:xfrm>
            <a:prstGeom prst="rect">
              <a:avLst/>
            </a:prstGeom>
            <a:solidFill>
              <a:srgbClr val="F3F2F1"/>
            </a:solidFill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defTabSz="1809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671344"/>
                </a:buClr>
                <a:buSzPct val="80000"/>
                <a:buFontTx/>
                <a:buNone/>
                <a:tabLst>
                  <a:tab pos="180975" algn="l"/>
                  <a:tab pos="360363" algn="l"/>
                </a:tabLst>
                <a:defRPr/>
              </a:pPr>
              <a:r>
                <a:rPr kumimoji="0" lang="de-DE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Plus Jakarta Sans Medium" pitchFamily="2" charset="77"/>
                </a:rPr>
                <a:t>Entwurf</a:t>
              </a:r>
            </a:p>
          </p:txBody>
        </p:sp>
        <p:sp>
          <p:nvSpPr>
            <p:cNvPr id="19" name="TextBox 15">
              <a:extLst>
                <a:ext uri="{FF2B5EF4-FFF2-40B4-BE49-F238E27FC236}">
                  <a16:creationId xmlns:a16="http://schemas.microsoft.com/office/drawing/2014/main" id="{6D69F75E-79A3-EDD5-7D1C-40726CD9351D}"/>
                </a:ext>
              </a:extLst>
            </p:cNvPr>
            <p:cNvSpPr txBox="1"/>
            <p:nvPr/>
          </p:nvSpPr>
          <p:spPr>
            <a:xfrm>
              <a:off x="13662625" y="1929226"/>
              <a:ext cx="546374" cy="136662"/>
            </a:xfrm>
            <a:prstGeom prst="rect">
              <a:avLst/>
            </a:prstGeom>
            <a:solidFill>
              <a:srgbClr val="F3F2F1"/>
            </a:solidFill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defTabSz="1809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671344"/>
                </a:buClr>
                <a:buSzPct val="80000"/>
                <a:buFontTx/>
                <a:buNone/>
                <a:tabLst>
                  <a:tab pos="180975" algn="l"/>
                  <a:tab pos="360363" algn="l"/>
                </a:tabLst>
                <a:defRPr/>
              </a:pPr>
              <a:r>
                <a:rPr kumimoji="0" lang="de-DE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Plus Jakarta Sans Medium" pitchFamily="2" charset="77"/>
                </a:rPr>
                <a:t> Absatz</a:t>
              </a:r>
            </a:p>
          </p:txBody>
        </p:sp>
        <p:sp>
          <p:nvSpPr>
            <p:cNvPr id="20" name="Oval 13">
              <a:extLst>
                <a:ext uri="{FF2B5EF4-FFF2-40B4-BE49-F238E27FC236}">
                  <a16:creationId xmlns:a16="http://schemas.microsoft.com/office/drawing/2014/main" id="{F19A5CAE-4640-4FDB-30B5-40673306D6B1}"/>
                </a:ext>
              </a:extLst>
            </p:cNvPr>
            <p:cNvSpPr/>
            <p:nvPr/>
          </p:nvSpPr>
          <p:spPr>
            <a:xfrm>
              <a:off x="13370811" y="1246261"/>
              <a:ext cx="407914" cy="407914"/>
            </a:xfrm>
            <a:prstGeom prst="ellipse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Plus Jakarta Sans Medium" pitchFamily="2" charset="77"/>
              </a:endParaRPr>
            </a:p>
          </p:txBody>
        </p:sp>
      </p:grpSp>
      <p:sp>
        <p:nvSpPr>
          <p:cNvPr id="24" name="Textplatzhalter 12">
            <a:extLst>
              <a:ext uri="{FF2B5EF4-FFF2-40B4-BE49-F238E27FC236}">
                <a16:creationId xmlns:a16="http://schemas.microsoft.com/office/drawing/2014/main" id="{1C7203EE-3F4C-E9A6-E46B-43137F6D36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6075" y="6308725"/>
            <a:ext cx="11510963" cy="252413"/>
          </a:xfrm>
        </p:spPr>
        <p:txBody>
          <a:bodyPr anchor="ctr"/>
          <a:lstStyle>
            <a:lvl1pPr marL="0" indent="0" rtl="0">
              <a:spcAft>
                <a:spcPts val="0"/>
              </a:spcAft>
              <a:buNone/>
              <a:defRPr sz="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  <p:pic>
        <p:nvPicPr>
          <p:cNvPr id="7" name="Grafik 6" descr="Ein Bild, das Text, Schrift, Symbol, Logo enthält.&#10;&#10;Automatisch generierte Beschreibung">
            <a:extLst>
              <a:ext uri="{FF2B5EF4-FFF2-40B4-BE49-F238E27FC236}">
                <a16:creationId xmlns:a16="http://schemas.microsoft.com/office/drawing/2014/main" id="{F6230E7E-694D-5791-00E7-7A049EB32FF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174" y="383229"/>
            <a:ext cx="2010258" cy="61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483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 userDrawn="1">
          <p15:clr>
            <a:srgbClr val="FBAE40"/>
          </p15:clr>
        </p15:guide>
        <p15:guide id="2" pos="3953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3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203144A-7A8B-EDC0-40D4-2E9C016405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888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03144A-7A8B-EDC0-40D4-2E9C016405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el 11">
            <a:extLst>
              <a:ext uri="{FF2B5EF4-FFF2-40B4-BE49-F238E27FC236}">
                <a16:creationId xmlns:a16="http://schemas.microsoft.com/office/drawing/2014/main" id="{C74681A2-10C1-98D6-2EA9-190A8C0D3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73685"/>
            <a:ext cx="9399880" cy="624839"/>
          </a:xfrm>
        </p:spPr>
        <p:txBody>
          <a:bodyPr vert="horz">
            <a:noAutofit/>
          </a:bodyPr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CAD0F7F-FC48-25D8-64CA-847F0AE979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4964" y="1484314"/>
            <a:ext cx="3608097" cy="48244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A10159D-0557-0072-E78F-CA59B8C6C5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4963" y="917260"/>
            <a:ext cx="9399881" cy="258763"/>
          </a:xfrm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C5FB48C9-93A4-CAC6-7F63-B85AE6C0B87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95776" y="1484314"/>
            <a:ext cx="3600450" cy="48244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DDF050F1-0DB4-AE24-1C7E-98365948228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256588" y="1484314"/>
            <a:ext cx="3589954" cy="48244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Fußzeilenplatzhalter 15">
            <a:extLst>
              <a:ext uri="{FF2B5EF4-FFF2-40B4-BE49-F238E27FC236}">
                <a16:creationId xmlns:a16="http://schemas.microsoft.com/office/drawing/2014/main" id="{FAFFEA64-0C97-8918-EFC9-99895B0983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10" name="Foliennummernplatzhalter 16">
            <a:extLst>
              <a:ext uri="{FF2B5EF4-FFF2-40B4-BE49-F238E27FC236}">
                <a16:creationId xmlns:a16="http://schemas.microsoft.com/office/drawing/2014/main" id="{C1726895-91C7-5D34-05D7-2ADF842D1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2" name="Group 32">
            <a:extLst>
              <a:ext uri="{FF2B5EF4-FFF2-40B4-BE49-F238E27FC236}">
                <a16:creationId xmlns:a16="http://schemas.microsoft.com/office/drawing/2014/main" id="{83F3AF76-3A80-45EA-CCC3-9A5F37E85FB4}"/>
              </a:ext>
            </a:extLst>
          </p:cNvPr>
          <p:cNvGrpSpPr/>
          <p:nvPr userDrawn="1"/>
        </p:nvGrpSpPr>
        <p:grpSpPr>
          <a:xfrm>
            <a:off x="12334651" y="898524"/>
            <a:ext cx="2238375" cy="5662614"/>
            <a:chOff x="12455525" y="1"/>
            <a:chExt cx="2238375" cy="5662614"/>
          </a:xfrm>
        </p:grpSpPr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40E534A8-B44C-C671-DA36-58292E190C4F}"/>
                </a:ext>
              </a:extLst>
            </p:cNvPr>
            <p:cNvSpPr/>
            <p:nvPr/>
          </p:nvSpPr>
          <p:spPr>
            <a:xfrm>
              <a:off x="12455525" y="1"/>
              <a:ext cx="2238375" cy="5662614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44000" tIns="108000" rIns="144000" bIns="108000"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Plus Jakarta Sans ExtraBold" pitchFamily="2" charset="77"/>
                </a:rPr>
                <a:t>Hinweis zum </a:t>
              </a:r>
              <a:br>
                <a:rPr kumimoji="0" lang="de-DE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Plus Jakarta Sans ExtraBold" pitchFamily="2" charset="77"/>
                </a:rPr>
              </a:br>
              <a:r>
                <a:rPr kumimoji="0" lang="de-DE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Plus Jakarta Sans ExtraBold" pitchFamily="2" charset="77"/>
                </a:rPr>
                <a:t>schnellen Formatieren von Texten: 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ExtraBold" pitchFamily="2" charset="7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ExtraBold" pitchFamily="2" charset="7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br>
                <a:rPr kumimoji="0" lang="de-DE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Plus Jakarta Sans ExtraBold" pitchFamily="2" charset="77"/>
                </a:rPr>
              </a:br>
              <a:endPara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ExtraBold" pitchFamily="2" charset="7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ExtraBold" pitchFamily="2" charset="7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ExtraBold" pitchFamily="2" charset="7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ExtraBold" pitchFamily="2" charset="7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ExtraBold" pitchFamily="2" charset="7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Plus Jakarta Sans ExtraBold" pitchFamily="2" charset="77"/>
                </a:rPr>
                <a:t>Absatz-Zeichen</a:t>
              </a:r>
              <a:r>
                <a:rPr kumimoji="0" lang="de-DE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Plus Jakarta Sans Medium" pitchFamily="2" charset="77"/>
                </a:rPr>
                <a:t> nutzen, um zwischen diesen vorprogrammierten Textebenen zu wechseln: </a:t>
              </a:r>
            </a:p>
          </p:txBody>
        </p:sp>
        <p:sp>
          <p:nvSpPr>
            <p:cNvPr id="14" name="Textplatzhalter 45">
              <a:extLst>
                <a:ext uri="{FF2B5EF4-FFF2-40B4-BE49-F238E27FC236}">
                  <a16:creationId xmlns:a16="http://schemas.microsoft.com/office/drawing/2014/main" id="{38042782-84FE-8115-4C06-F8710394E95D}"/>
                </a:ext>
              </a:extLst>
            </p:cNvPr>
            <p:cNvSpPr txBox="1">
              <a:spLocks/>
            </p:cNvSpPr>
            <p:nvPr/>
          </p:nvSpPr>
          <p:spPr>
            <a:xfrm>
              <a:off x="12623256" y="3657603"/>
              <a:ext cx="1617312" cy="1403350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671344"/>
                </a:buClr>
                <a:buSzPct val="80000"/>
                <a:buFont typeface="Wingdings" panose="05000000000000000000" pitchFamily="2" charset="2"/>
                <a:buChar char="§"/>
                <a:defRPr lang="de-DE" sz="1400" kern="1200" dirty="0" smtClean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1pPr>
              <a:lvl2pPr marL="358775" indent="-17938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lang="de-DE" sz="1400" kern="1200" dirty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2pPr>
              <a:lvl3pPr marL="540000" indent="-17938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lang="de-DE" sz="1400" kern="1200" dirty="0" smtClean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3pPr>
              <a:lvl4pPr marL="180975" indent="-18097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lang="de-DE" sz="1400" kern="1200" dirty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4pPr>
              <a:lvl5pPr marL="358775" indent="-17938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tx2"/>
                </a:buClr>
                <a:buFont typeface="+mj-lt"/>
                <a:buAutoNum type="alphaLcPeriod"/>
                <a:tabLst/>
                <a:defRPr lang="de-DE" sz="1400" b="0" kern="1200" dirty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5pPr>
              <a:lvl6pPr marL="540000" indent="-17938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tx2"/>
                </a:buClr>
                <a:buFont typeface="+mj-lt"/>
                <a:buAutoNum type="alphaLcPeriod"/>
                <a:defRPr lang="de-DE" sz="1400" b="0" kern="1200" dirty="0" smtClean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1000"/>
                </a:spcAft>
                <a:buFont typeface="+mj-lt"/>
                <a:buNone/>
                <a:defRPr lang="de-DE" sz="1400" b="1" kern="1200" dirty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Font typeface="+mj-lt"/>
                <a:buNone/>
                <a:defRPr lang="de-DE" sz="1400" kern="1200" dirty="0" smtClean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sz="1800" b="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6213" marR="0" lvl="0" indent="-176213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5"/>
                </a:buBlip>
                <a:tabLst/>
                <a:defRPr/>
              </a:pPr>
              <a:r>
                <a:rPr kumimoji="0" lang="de-DE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Mastertextformat bearbeiten</a:t>
              </a:r>
            </a:p>
            <a:p>
              <a:pPr marL="360363" marR="0" lvl="1" indent="-1841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de-DE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Zweite Ebene</a:t>
              </a:r>
            </a:p>
            <a:p>
              <a:pPr marL="541338" marR="0" lvl="2" indent="-180975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Symbol" panose="05050102010706020507" pitchFamily="18" charset="2"/>
                <a:buChar char="-"/>
                <a:tabLst/>
                <a:defRPr/>
              </a:pPr>
              <a:r>
                <a:rPr kumimoji="0" lang="de-DE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Dritte Ebene</a:t>
              </a:r>
            </a:p>
            <a:p>
              <a:pPr marL="176213" marR="0" lvl="3" indent="-176213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</a:buBlip>
                <a:tabLst/>
                <a:defRPr/>
              </a:pPr>
              <a:r>
                <a:rPr kumimoji="0" lang="de-DE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Vierte Ebene</a:t>
              </a:r>
            </a:p>
            <a:p>
              <a:pPr marL="0" marR="0" lvl="4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de-DE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E4072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Fünfte Ebene</a:t>
              </a:r>
            </a:p>
          </p:txBody>
        </p:sp>
        <p:grpSp>
          <p:nvGrpSpPr>
            <p:cNvPr id="15" name="Group 9">
              <a:extLst>
                <a:ext uri="{FF2B5EF4-FFF2-40B4-BE49-F238E27FC236}">
                  <a16:creationId xmlns:a16="http://schemas.microsoft.com/office/drawing/2014/main" id="{DBF8102E-E481-7013-A8C9-FDA13E8CD4A1}"/>
                </a:ext>
              </a:extLst>
            </p:cNvPr>
            <p:cNvGrpSpPr/>
            <p:nvPr/>
          </p:nvGrpSpPr>
          <p:grpSpPr>
            <a:xfrm>
              <a:off x="12656430" y="1089171"/>
              <a:ext cx="1584137" cy="987131"/>
              <a:chOff x="3838574" y="-1487553"/>
              <a:chExt cx="1819275" cy="1133654"/>
            </a:xfrm>
          </p:grpSpPr>
          <p:pic>
            <p:nvPicPr>
              <p:cNvPr id="22" name="Picture 16">
                <a:extLst>
                  <a:ext uri="{FF2B5EF4-FFF2-40B4-BE49-F238E27FC236}">
                    <a16:creationId xmlns:a16="http://schemas.microsoft.com/office/drawing/2014/main" id="{BF5C6C0A-FEB9-32C0-741F-9D767F3109EE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8"/>
              <a:srcRect l="1776" t="2586" r="73195" b="4443"/>
              <a:stretch/>
            </p:blipFill>
            <p:spPr>
              <a:xfrm>
                <a:off x="3838574" y="-1487553"/>
                <a:ext cx="1819275" cy="1133654"/>
              </a:xfrm>
              <a:prstGeom prst="rect">
                <a:avLst/>
              </a:prstGeom>
              <a:ln>
                <a:solidFill>
                  <a:srgbClr val="000000"/>
                </a:solidFill>
              </a:ln>
            </p:spPr>
          </p:pic>
          <p:pic>
            <p:nvPicPr>
              <p:cNvPr id="23" name="Picture 17">
                <a:extLst>
                  <a:ext uri="{FF2B5EF4-FFF2-40B4-BE49-F238E27FC236}">
                    <a16:creationId xmlns:a16="http://schemas.microsoft.com/office/drawing/2014/main" id="{0BE57D4F-49DF-0249-C4BB-3A1DAEC0B875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8"/>
              <a:srcRect l="56567" t="30796" r="19234"/>
              <a:stretch/>
            </p:blipFill>
            <p:spPr>
              <a:xfrm>
                <a:off x="3838574" y="-1197759"/>
                <a:ext cx="1758949" cy="843860"/>
              </a:xfrm>
              <a:prstGeom prst="rect">
                <a:avLst/>
              </a:prstGeom>
            </p:spPr>
          </p:pic>
          <p:sp>
            <p:nvSpPr>
              <p:cNvPr id="24" name="Rectangle 18">
                <a:extLst>
                  <a:ext uri="{FF2B5EF4-FFF2-40B4-BE49-F238E27FC236}">
                    <a16:creationId xmlns:a16="http://schemas.microsoft.com/office/drawing/2014/main" id="{FF867911-0AE2-915E-0A33-D437418DD547}"/>
                  </a:ext>
                </a:extLst>
              </p:cNvPr>
              <p:cNvSpPr/>
              <p:nvPr userDrawn="1"/>
            </p:nvSpPr>
            <p:spPr>
              <a:xfrm>
                <a:off x="5517931" y="-1487553"/>
                <a:ext cx="139917" cy="983056"/>
              </a:xfrm>
              <a:prstGeom prst="rect">
                <a:avLst/>
              </a:prstGeom>
              <a:solidFill>
                <a:srgbClr val="F3F2F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Plus Jakarta Sans Medium" pitchFamily="2" charset="77"/>
                </a:endParaRPr>
              </a:p>
            </p:txBody>
          </p:sp>
        </p:grpSp>
        <p:sp>
          <p:nvSpPr>
            <p:cNvPr id="16" name="Arc 11">
              <a:extLst>
                <a:ext uri="{FF2B5EF4-FFF2-40B4-BE49-F238E27FC236}">
                  <a16:creationId xmlns:a16="http://schemas.microsoft.com/office/drawing/2014/main" id="{11B3D31A-4E94-8BA6-DB2A-D32F987F2C5A}"/>
                </a:ext>
              </a:extLst>
            </p:cNvPr>
            <p:cNvSpPr/>
            <p:nvPr/>
          </p:nvSpPr>
          <p:spPr>
            <a:xfrm rot="15649404">
              <a:off x="12562252" y="1598191"/>
              <a:ext cx="2019300" cy="1666765"/>
            </a:xfrm>
            <a:prstGeom prst="arc">
              <a:avLst>
                <a:gd name="adj1" fmla="val 17273960"/>
                <a:gd name="adj2" fmla="val 0"/>
              </a:avLst>
            </a:prstGeom>
            <a:noFill/>
            <a:ln w="25400" cap="flat" cmpd="sng" algn="ctr">
              <a:solidFill>
                <a:schemeClr val="accent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Medium" pitchFamily="2" charset="77"/>
              </a:endParaRPr>
            </a:p>
          </p:txBody>
        </p:sp>
        <p:sp>
          <p:nvSpPr>
            <p:cNvPr id="17" name="TextBox 12">
              <a:extLst>
                <a:ext uri="{FF2B5EF4-FFF2-40B4-BE49-F238E27FC236}">
                  <a16:creationId xmlns:a16="http://schemas.microsoft.com/office/drawing/2014/main" id="{82D98274-9AE6-5567-3A6B-EE4150B48866}"/>
                </a:ext>
              </a:extLst>
            </p:cNvPr>
            <p:cNvSpPr txBox="1"/>
            <p:nvPr/>
          </p:nvSpPr>
          <p:spPr>
            <a:xfrm>
              <a:off x="12666422" y="1143850"/>
              <a:ext cx="398698" cy="103976"/>
            </a:xfrm>
            <a:prstGeom prst="rect">
              <a:avLst/>
            </a:prstGeom>
            <a:solidFill>
              <a:srgbClr val="F3F2F1"/>
            </a:solidFill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defTabSz="1809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671344"/>
                </a:buClr>
                <a:buSzPct val="80000"/>
                <a:buFontTx/>
                <a:buNone/>
                <a:tabLst>
                  <a:tab pos="180975" algn="l"/>
                  <a:tab pos="360363" algn="l"/>
                </a:tabLst>
                <a:defRPr/>
              </a:pPr>
              <a:r>
                <a:rPr kumimoji="0" lang="de-DE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Plus Jakarta Sans Medium" pitchFamily="2" charset="77"/>
                </a:rPr>
                <a:t> Start</a:t>
              </a:r>
            </a:p>
          </p:txBody>
        </p:sp>
        <p:sp>
          <p:nvSpPr>
            <p:cNvPr id="18" name="TextBox 13">
              <a:extLst>
                <a:ext uri="{FF2B5EF4-FFF2-40B4-BE49-F238E27FC236}">
                  <a16:creationId xmlns:a16="http://schemas.microsoft.com/office/drawing/2014/main" id="{D20A3034-BEEB-34FE-608E-D11D84B93AE9}"/>
                </a:ext>
              </a:extLst>
            </p:cNvPr>
            <p:cNvSpPr txBox="1"/>
            <p:nvPr/>
          </p:nvSpPr>
          <p:spPr>
            <a:xfrm>
              <a:off x="13167679" y="1143850"/>
              <a:ext cx="398698" cy="103976"/>
            </a:xfrm>
            <a:prstGeom prst="rect">
              <a:avLst/>
            </a:prstGeom>
            <a:solidFill>
              <a:srgbClr val="F3F2F1"/>
            </a:solidFill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defTabSz="1809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671344"/>
                </a:buClr>
                <a:buSzPct val="80000"/>
                <a:buFontTx/>
                <a:buNone/>
                <a:tabLst>
                  <a:tab pos="180975" algn="l"/>
                  <a:tab pos="360363" algn="l"/>
                </a:tabLst>
                <a:defRPr/>
              </a:pPr>
              <a:r>
                <a:rPr kumimoji="0" lang="de-DE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Plus Jakarta Sans Medium" pitchFamily="2" charset="77"/>
                </a:rPr>
                <a:t>Einfügen</a:t>
              </a:r>
            </a:p>
          </p:txBody>
        </p:sp>
        <p:sp>
          <p:nvSpPr>
            <p:cNvPr id="19" name="TextBox 14">
              <a:extLst>
                <a:ext uri="{FF2B5EF4-FFF2-40B4-BE49-F238E27FC236}">
                  <a16:creationId xmlns:a16="http://schemas.microsoft.com/office/drawing/2014/main" id="{30438352-3EDB-BA3E-4D7E-0843B9C06299}"/>
                </a:ext>
              </a:extLst>
            </p:cNvPr>
            <p:cNvSpPr txBox="1"/>
            <p:nvPr/>
          </p:nvSpPr>
          <p:spPr>
            <a:xfrm>
              <a:off x="13706533" y="1143850"/>
              <a:ext cx="398698" cy="103976"/>
            </a:xfrm>
            <a:prstGeom prst="rect">
              <a:avLst/>
            </a:prstGeom>
            <a:solidFill>
              <a:srgbClr val="F3F2F1"/>
            </a:solidFill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defTabSz="1809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671344"/>
                </a:buClr>
                <a:buSzPct val="80000"/>
                <a:buFontTx/>
                <a:buNone/>
                <a:tabLst>
                  <a:tab pos="180975" algn="l"/>
                  <a:tab pos="360363" algn="l"/>
                </a:tabLst>
                <a:defRPr/>
              </a:pPr>
              <a:r>
                <a:rPr kumimoji="0" lang="de-DE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Plus Jakarta Sans Medium" pitchFamily="2" charset="77"/>
                </a:rPr>
                <a:t>Entwurf</a:t>
              </a:r>
            </a:p>
          </p:txBody>
        </p:sp>
        <p:sp>
          <p:nvSpPr>
            <p:cNvPr id="20" name="TextBox 15">
              <a:extLst>
                <a:ext uri="{FF2B5EF4-FFF2-40B4-BE49-F238E27FC236}">
                  <a16:creationId xmlns:a16="http://schemas.microsoft.com/office/drawing/2014/main" id="{1491BF9C-36FA-89F2-3A2F-89D7624BF110}"/>
                </a:ext>
              </a:extLst>
            </p:cNvPr>
            <p:cNvSpPr txBox="1"/>
            <p:nvPr/>
          </p:nvSpPr>
          <p:spPr>
            <a:xfrm>
              <a:off x="13662625" y="1929226"/>
              <a:ext cx="546374" cy="136662"/>
            </a:xfrm>
            <a:prstGeom prst="rect">
              <a:avLst/>
            </a:prstGeom>
            <a:solidFill>
              <a:srgbClr val="F3F2F1"/>
            </a:solidFill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defTabSz="1809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671344"/>
                </a:buClr>
                <a:buSzPct val="80000"/>
                <a:buFontTx/>
                <a:buNone/>
                <a:tabLst>
                  <a:tab pos="180975" algn="l"/>
                  <a:tab pos="360363" algn="l"/>
                </a:tabLst>
                <a:defRPr/>
              </a:pPr>
              <a:r>
                <a:rPr kumimoji="0" lang="de-DE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Plus Jakarta Sans Medium" pitchFamily="2" charset="77"/>
                </a:rPr>
                <a:t> Absatz</a:t>
              </a:r>
            </a:p>
          </p:txBody>
        </p:sp>
        <p:sp>
          <p:nvSpPr>
            <p:cNvPr id="21" name="Oval 13">
              <a:extLst>
                <a:ext uri="{FF2B5EF4-FFF2-40B4-BE49-F238E27FC236}">
                  <a16:creationId xmlns:a16="http://schemas.microsoft.com/office/drawing/2014/main" id="{BA9B64F0-683B-F8CA-7BB9-C42A6C0A8DFF}"/>
                </a:ext>
              </a:extLst>
            </p:cNvPr>
            <p:cNvSpPr/>
            <p:nvPr/>
          </p:nvSpPr>
          <p:spPr>
            <a:xfrm>
              <a:off x="13370811" y="1246261"/>
              <a:ext cx="407914" cy="407914"/>
            </a:xfrm>
            <a:prstGeom prst="ellipse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Plus Jakarta Sans Medium" pitchFamily="2" charset="77"/>
              </a:endParaRPr>
            </a:p>
          </p:txBody>
        </p:sp>
      </p:grpSp>
      <p:sp>
        <p:nvSpPr>
          <p:cNvPr id="25" name="Textplatzhalter 12">
            <a:extLst>
              <a:ext uri="{FF2B5EF4-FFF2-40B4-BE49-F238E27FC236}">
                <a16:creationId xmlns:a16="http://schemas.microsoft.com/office/drawing/2014/main" id="{784F28D5-E0AE-0A0B-D80E-02ECA9243D1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6075" y="6308725"/>
            <a:ext cx="11510963" cy="252413"/>
          </a:xfrm>
        </p:spPr>
        <p:txBody>
          <a:bodyPr anchor="ctr"/>
          <a:lstStyle>
            <a:lvl1pPr marL="0" indent="0" rtl="0">
              <a:spcAft>
                <a:spcPts val="0"/>
              </a:spcAft>
              <a:buNone/>
              <a:defRPr sz="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  <p:pic>
        <p:nvPicPr>
          <p:cNvPr id="11" name="Grafik 10" descr="Ein Bild, das Text, Schrift, Symbol, Logo enthält.&#10;&#10;Automatisch generierte Beschreibung">
            <a:extLst>
              <a:ext uri="{FF2B5EF4-FFF2-40B4-BE49-F238E27FC236}">
                <a16:creationId xmlns:a16="http://schemas.microsoft.com/office/drawing/2014/main" id="{3874E307-E7A2-8826-B3BE-B2026AFC8901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174" y="383229"/>
            <a:ext cx="2010258" cy="61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1286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79" userDrawn="1">
          <p15:clr>
            <a:srgbClr val="FBAE40"/>
          </p15:clr>
        </p15:guide>
        <p15:guide id="2" pos="2706" userDrawn="1">
          <p15:clr>
            <a:srgbClr val="FBAE40"/>
          </p15:clr>
        </p15:guide>
        <p15:guide id="3" pos="4974" userDrawn="1">
          <p15:clr>
            <a:srgbClr val="FBAE40"/>
          </p15:clr>
        </p15:guide>
        <p15:guide id="4" pos="520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8587EF3-1787-78E3-5B5A-6B79B487DEA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87758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933CCCD2-941C-753E-DBD8-726B43DC32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324475" cy="5307025"/>
          </a:xfrm>
          <a:custGeom>
            <a:avLst/>
            <a:gdLst>
              <a:gd name="connsiteX0" fmla="*/ 3619674 w 5324475"/>
              <a:gd name="connsiteY0" fmla="*/ 4476435 h 5307025"/>
              <a:gd name="connsiteX1" fmla="*/ 4476751 w 5324475"/>
              <a:gd name="connsiteY1" fmla="*/ 4476435 h 5307025"/>
              <a:gd name="connsiteX2" fmla="*/ 4476751 w 5324475"/>
              <a:gd name="connsiteY2" fmla="*/ 5307025 h 5307025"/>
              <a:gd name="connsiteX3" fmla="*/ 3619674 w 5324475"/>
              <a:gd name="connsiteY3" fmla="*/ 5307025 h 5307025"/>
              <a:gd name="connsiteX4" fmla="*/ 4476864 w 5324475"/>
              <a:gd name="connsiteY4" fmla="*/ 3619676 h 5307025"/>
              <a:gd name="connsiteX5" fmla="*/ 5324475 w 5324475"/>
              <a:gd name="connsiteY5" fmla="*/ 3619676 h 5307025"/>
              <a:gd name="connsiteX6" fmla="*/ 5324475 w 5324475"/>
              <a:gd name="connsiteY6" fmla="*/ 4473367 h 5307025"/>
              <a:gd name="connsiteX7" fmla="*/ 4476864 w 5324475"/>
              <a:gd name="connsiteY7" fmla="*/ 4473367 h 5307025"/>
              <a:gd name="connsiteX8" fmla="*/ 0 w 5324475"/>
              <a:gd name="connsiteY8" fmla="*/ 0 h 5307025"/>
              <a:gd name="connsiteX9" fmla="*/ 5324475 w 5324475"/>
              <a:gd name="connsiteY9" fmla="*/ 0 h 5307025"/>
              <a:gd name="connsiteX10" fmla="*/ 5324475 w 5324475"/>
              <a:gd name="connsiteY10" fmla="*/ 3 h 5307025"/>
              <a:gd name="connsiteX11" fmla="*/ 4476751 w 5324475"/>
              <a:gd name="connsiteY11" fmla="*/ 3 h 5307025"/>
              <a:gd name="connsiteX12" fmla="*/ 4476751 w 5324475"/>
              <a:gd name="connsiteY12" fmla="*/ 3619245 h 5307025"/>
              <a:gd name="connsiteX13" fmla="*/ 3619674 w 5324475"/>
              <a:gd name="connsiteY13" fmla="*/ 3619245 h 5307025"/>
              <a:gd name="connsiteX14" fmla="*/ 3619674 w 5324475"/>
              <a:gd name="connsiteY14" fmla="*/ 4473367 h 5307025"/>
              <a:gd name="connsiteX15" fmla="*/ 2382 w 5324475"/>
              <a:gd name="connsiteY15" fmla="*/ 4473367 h 5307025"/>
              <a:gd name="connsiteX16" fmla="*/ 2382 w 5324475"/>
              <a:gd name="connsiteY16" fmla="*/ 5307025 h 5307025"/>
              <a:gd name="connsiteX17" fmla="*/ 0 w 5324475"/>
              <a:gd name="connsiteY17" fmla="*/ 5307025 h 5307025"/>
              <a:gd name="connsiteX0" fmla="*/ 3619674 w 5324475"/>
              <a:gd name="connsiteY0" fmla="*/ 4476435 h 5307025"/>
              <a:gd name="connsiteX1" fmla="*/ 4476751 w 5324475"/>
              <a:gd name="connsiteY1" fmla="*/ 4476435 h 5307025"/>
              <a:gd name="connsiteX2" fmla="*/ 4476751 w 5324475"/>
              <a:gd name="connsiteY2" fmla="*/ 5307025 h 5307025"/>
              <a:gd name="connsiteX3" fmla="*/ 3619674 w 5324475"/>
              <a:gd name="connsiteY3" fmla="*/ 5307025 h 5307025"/>
              <a:gd name="connsiteX4" fmla="*/ 3619674 w 5324475"/>
              <a:gd name="connsiteY4" fmla="*/ 4476435 h 5307025"/>
              <a:gd name="connsiteX5" fmla="*/ 4476864 w 5324475"/>
              <a:gd name="connsiteY5" fmla="*/ 3619676 h 5307025"/>
              <a:gd name="connsiteX6" fmla="*/ 5324475 w 5324475"/>
              <a:gd name="connsiteY6" fmla="*/ 3619676 h 5307025"/>
              <a:gd name="connsiteX7" fmla="*/ 5324475 w 5324475"/>
              <a:gd name="connsiteY7" fmla="*/ 4473367 h 5307025"/>
              <a:gd name="connsiteX8" fmla="*/ 4476864 w 5324475"/>
              <a:gd name="connsiteY8" fmla="*/ 4473367 h 5307025"/>
              <a:gd name="connsiteX9" fmla="*/ 4476864 w 5324475"/>
              <a:gd name="connsiteY9" fmla="*/ 3619676 h 5307025"/>
              <a:gd name="connsiteX10" fmla="*/ 0 w 5324475"/>
              <a:gd name="connsiteY10" fmla="*/ 0 h 5307025"/>
              <a:gd name="connsiteX11" fmla="*/ 5324475 w 5324475"/>
              <a:gd name="connsiteY11" fmla="*/ 0 h 5307025"/>
              <a:gd name="connsiteX12" fmla="*/ 5324475 w 5324475"/>
              <a:gd name="connsiteY12" fmla="*/ 3 h 5307025"/>
              <a:gd name="connsiteX13" fmla="*/ 4476751 w 5324475"/>
              <a:gd name="connsiteY13" fmla="*/ 3 h 5307025"/>
              <a:gd name="connsiteX14" fmla="*/ 4476751 w 5324475"/>
              <a:gd name="connsiteY14" fmla="*/ 3619245 h 5307025"/>
              <a:gd name="connsiteX15" fmla="*/ 3619674 w 5324475"/>
              <a:gd name="connsiteY15" fmla="*/ 3619245 h 5307025"/>
              <a:gd name="connsiteX16" fmla="*/ 3619674 w 5324475"/>
              <a:gd name="connsiteY16" fmla="*/ 4473367 h 5307025"/>
              <a:gd name="connsiteX17" fmla="*/ 2382 w 5324475"/>
              <a:gd name="connsiteY17" fmla="*/ 4473367 h 5307025"/>
              <a:gd name="connsiteX18" fmla="*/ 2382 w 5324475"/>
              <a:gd name="connsiteY18" fmla="*/ 5307025 h 5307025"/>
              <a:gd name="connsiteX19" fmla="*/ 0 w 5324475"/>
              <a:gd name="connsiteY19" fmla="*/ 0 h 5307025"/>
              <a:gd name="connsiteX0" fmla="*/ 3619674 w 5324475"/>
              <a:gd name="connsiteY0" fmla="*/ 4476435 h 5307025"/>
              <a:gd name="connsiteX1" fmla="*/ 4476751 w 5324475"/>
              <a:gd name="connsiteY1" fmla="*/ 4476435 h 5307025"/>
              <a:gd name="connsiteX2" fmla="*/ 4476751 w 5324475"/>
              <a:gd name="connsiteY2" fmla="*/ 5307025 h 5307025"/>
              <a:gd name="connsiteX3" fmla="*/ 3619674 w 5324475"/>
              <a:gd name="connsiteY3" fmla="*/ 5307025 h 5307025"/>
              <a:gd name="connsiteX4" fmla="*/ 3619674 w 5324475"/>
              <a:gd name="connsiteY4" fmla="*/ 4476435 h 5307025"/>
              <a:gd name="connsiteX5" fmla="*/ 4476864 w 5324475"/>
              <a:gd name="connsiteY5" fmla="*/ 3619676 h 5307025"/>
              <a:gd name="connsiteX6" fmla="*/ 5324475 w 5324475"/>
              <a:gd name="connsiteY6" fmla="*/ 3619676 h 5307025"/>
              <a:gd name="connsiteX7" fmla="*/ 5324475 w 5324475"/>
              <a:gd name="connsiteY7" fmla="*/ 4473367 h 5307025"/>
              <a:gd name="connsiteX8" fmla="*/ 4476864 w 5324475"/>
              <a:gd name="connsiteY8" fmla="*/ 4473367 h 5307025"/>
              <a:gd name="connsiteX9" fmla="*/ 4476864 w 5324475"/>
              <a:gd name="connsiteY9" fmla="*/ 3619676 h 5307025"/>
              <a:gd name="connsiteX10" fmla="*/ 0 w 5324475"/>
              <a:gd name="connsiteY10" fmla="*/ 0 h 5307025"/>
              <a:gd name="connsiteX11" fmla="*/ 5324475 w 5324475"/>
              <a:gd name="connsiteY11" fmla="*/ 0 h 5307025"/>
              <a:gd name="connsiteX12" fmla="*/ 5324475 w 5324475"/>
              <a:gd name="connsiteY12" fmla="*/ 3 h 5307025"/>
              <a:gd name="connsiteX13" fmla="*/ 4476751 w 5324475"/>
              <a:gd name="connsiteY13" fmla="*/ 3 h 5307025"/>
              <a:gd name="connsiteX14" fmla="*/ 4476751 w 5324475"/>
              <a:gd name="connsiteY14" fmla="*/ 3619245 h 5307025"/>
              <a:gd name="connsiteX15" fmla="*/ 3619674 w 5324475"/>
              <a:gd name="connsiteY15" fmla="*/ 3619245 h 5307025"/>
              <a:gd name="connsiteX16" fmla="*/ 3619674 w 5324475"/>
              <a:gd name="connsiteY16" fmla="*/ 4473367 h 5307025"/>
              <a:gd name="connsiteX17" fmla="*/ 2382 w 5324475"/>
              <a:gd name="connsiteY17" fmla="*/ 4473367 h 5307025"/>
              <a:gd name="connsiteX18" fmla="*/ 0 w 5324475"/>
              <a:gd name="connsiteY18" fmla="*/ 0 h 5307025"/>
              <a:gd name="connsiteX0" fmla="*/ 3619674 w 5324475"/>
              <a:gd name="connsiteY0" fmla="*/ 4476435 h 5307025"/>
              <a:gd name="connsiteX1" fmla="*/ 4476751 w 5324475"/>
              <a:gd name="connsiteY1" fmla="*/ 4476435 h 5307025"/>
              <a:gd name="connsiteX2" fmla="*/ 4476751 w 5324475"/>
              <a:gd name="connsiteY2" fmla="*/ 5307025 h 5307025"/>
              <a:gd name="connsiteX3" fmla="*/ 3619674 w 5324475"/>
              <a:gd name="connsiteY3" fmla="*/ 5307025 h 5307025"/>
              <a:gd name="connsiteX4" fmla="*/ 3619674 w 5324475"/>
              <a:gd name="connsiteY4" fmla="*/ 4476435 h 5307025"/>
              <a:gd name="connsiteX5" fmla="*/ 4476864 w 5324475"/>
              <a:gd name="connsiteY5" fmla="*/ 3619676 h 5307025"/>
              <a:gd name="connsiteX6" fmla="*/ 5324475 w 5324475"/>
              <a:gd name="connsiteY6" fmla="*/ 3619676 h 5307025"/>
              <a:gd name="connsiteX7" fmla="*/ 5324475 w 5324475"/>
              <a:gd name="connsiteY7" fmla="*/ 4473367 h 5307025"/>
              <a:gd name="connsiteX8" fmla="*/ 4476864 w 5324475"/>
              <a:gd name="connsiteY8" fmla="*/ 4473367 h 5307025"/>
              <a:gd name="connsiteX9" fmla="*/ 4476864 w 5324475"/>
              <a:gd name="connsiteY9" fmla="*/ 3619676 h 5307025"/>
              <a:gd name="connsiteX10" fmla="*/ 0 w 5324475"/>
              <a:gd name="connsiteY10" fmla="*/ 0 h 5307025"/>
              <a:gd name="connsiteX11" fmla="*/ 5324475 w 5324475"/>
              <a:gd name="connsiteY11" fmla="*/ 0 h 5307025"/>
              <a:gd name="connsiteX12" fmla="*/ 4476751 w 5324475"/>
              <a:gd name="connsiteY12" fmla="*/ 3 h 5307025"/>
              <a:gd name="connsiteX13" fmla="*/ 4476751 w 5324475"/>
              <a:gd name="connsiteY13" fmla="*/ 3619245 h 5307025"/>
              <a:gd name="connsiteX14" fmla="*/ 3619674 w 5324475"/>
              <a:gd name="connsiteY14" fmla="*/ 3619245 h 5307025"/>
              <a:gd name="connsiteX15" fmla="*/ 3619674 w 5324475"/>
              <a:gd name="connsiteY15" fmla="*/ 4473367 h 5307025"/>
              <a:gd name="connsiteX16" fmla="*/ 2382 w 5324475"/>
              <a:gd name="connsiteY16" fmla="*/ 4473367 h 5307025"/>
              <a:gd name="connsiteX17" fmla="*/ 0 w 5324475"/>
              <a:gd name="connsiteY17" fmla="*/ 0 h 5307025"/>
              <a:gd name="connsiteX0" fmla="*/ 3619674 w 5324475"/>
              <a:gd name="connsiteY0" fmla="*/ 4476435 h 5307025"/>
              <a:gd name="connsiteX1" fmla="*/ 4476751 w 5324475"/>
              <a:gd name="connsiteY1" fmla="*/ 4476435 h 5307025"/>
              <a:gd name="connsiteX2" fmla="*/ 4476751 w 5324475"/>
              <a:gd name="connsiteY2" fmla="*/ 5307025 h 5307025"/>
              <a:gd name="connsiteX3" fmla="*/ 3619674 w 5324475"/>
              <a:gd name="connsiteY3" fmla="*/ 5307025 h 5307025"/>
              <a:gd name="connsiteX4" fmla="*/ 3619674 w 5324475"/>
              <a:gd name="connsiteY4" fmla="*/ 4476435 h 5307025"/>
              <a:gd name="connsiteX5" fmla="*/ 4476864 w 5324475"/>
              <a:gd name="connsiteY5" fmla="*/ 3619676 h 5307025"/>
              <a:gd name="connsiteX6" fmla="*/ 5324475 w 5324475"/>
              <a:gd name="connsiteY6" fmla="*/ 3619676 h 5307025"/>
              <a:gd name="connsiteX7" fmla="*/ 5324475 w 5324475"/>
              <a:gd name="connsiteY7" fmla="*/ 4473367 h 5307025"/>
              <a:gd name="connsiteX8" fmla="*/ 4476864 w 5324475"/>
              <a:gd name="connsiteY8" fmla="*/ 4473367 h 5307025"/>
              <a:gd name="connsiteX9" fmla="*/ 4476864 w 5324475"/>
              <a:gd name="connsiteY9" fmla="*/ 3619676 h 5307025"/>
              <a:gd name="connsiteX10" fmla="*/ 0 w 5324475"/>
              <a:gd name="connsiteY10" fmla="*/ 0 h 5307025"/>
              <a:gd name="connsiteX11" fmla="*/ 4476751 w 5324475"/>
              <a:gd name="connsiteY11" fmla="*/ 3 h 5307025"/>
              <a:gd name="connsiteX12" fmla="*/ 4476751 w 5324475"/>
              <a:gd name="connsiteY12" fmla="*/ 3619245 h 5307025"/>
              <a:gd name="connsiteX13" fmla="*/ 3619674 w 5324475"/>
              <a:gd name="connsiteY13" fmla="*/ 3619245 h 5307025"/>
              <a:gd name="connsiteX14" fmla="*/ 3619674 w 5324475"/>
              <a:gd name="connsiteY14" fmla="*/ 4473367 h 5307025"/>
              <a:gd name="connsiteX15" fmla="*/ 2382 w 5324475"/>
              <a:gd name="connsiteY15" fmla="*/ 4473367 h 5307025"/>
              <a:gd name="connsiteX16" fmla="*/ 0 w 5324475"/>
              <a:gd name="connsiteY16" fmla="*/ 0 h 5307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324475" h="5307025">
                <a:moveTo>
                  <a:pt x="3619674" y="4476435"/>
                </a:moveTo>
                <a:lnTo>
                  <a:pt x="4476751" y="4476435"/>
                </a:lnTo>
                <a:lnTo>
                  <a:pt x="4476751" y="5307025"/>
                </a:lnTo>
                <a:lnTo>
                  <a:pt x="3619674" y="5307025"/>
                </a:lnTo>
                <a:lnTo>
                  <a:pt x="3619674" y="4476435"/>
                </a:lnTo>
                <a:close/>
                <a:moveTo>
                  <a:pt x="4476864" y="3619676"/>
                </a:moveTo>
                <a:lnTo>
                  <a:pt x="5324475" y="3619676"/>
                </a:lnTo>
                <a:lnTo>
                  <a:pt x="5324475" y="4473367"/>
                </a:lnTo>
                <a:lnTo>
                  <a:pt x="4476864" y="4473367"/>
                </a:lnTo>
                <a:lnTo>
                  <a:pt x="4476864" y="3619676"/>
                </a:lnTo>
                <a:close/>
                <a:moveTo>
                  <a:pt x="0" y="0"/>
                </a:moveTo>
                <a:lnTo>
                  <a:pt x="4476751" y="3"/>
                </a:lnTo>
                <a:lnTo>
                  <a:pt x="4476751" y="3619245"/>
                </a:lnTo>
                <a:lnTo>
                  <a:pt x="3619674" y="3619245"/>
                </a:lnTo>
                <a:lnTo>
                  <a:pt x="3619674" y="4473367"/>
                </a:lnTo>
                <a:lnTo>
                  <a:pt x="2382" y="447336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Fußzeilenplatzhalter 15">
            <a:extLst>
              <a:ext uri="{FF2B5EF4-FFF2-40B4-BE49-F238E27FC236}">
                <a16:creationId xmlns:a16="http://schemas.microsoft.com/office/drawing/2014/main" id="{03BAB444-1161-0190-4531-8315651CD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5" name="Foliennummernplatzhalter 16">
            <a:extLst>
              <a:ext uri="{FF2B5EF4-FFF2-40B4-BE49-F238E27FC236}">
                <a16:creationId xmlns:a16="http://schemas.microsoft.com/office/drawing/2014/main" id="{6F32FE3B-6AB1-784E-4728-9745FC7167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E8585B3E-F350-7311-B4B5-B048153AEC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6075" y="6308725"/>
            <a:ext cx="11510963" cy="252413"/>
          </a:xfrm>
        </p:spPr>
        <p:txBody>
          <a:bodyPr anchor="ctr"/>
          <a:lstStyle>
            <a:lvl1pPr marL="0" indent="0" rtl="0">
              <a:spcAft>
                <a:spcPts val="0"/>
              </a:spcAft>
              <a:buNone/>
              <a:defRPr sz="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  <p:pic>
        <p:nvPicPr>
          <p:cNvPr id="6" name="Grafik 5" descr="Ein Bild, das Text, Schrift, Symbol, Logo enthält.&#10;&#10;Automatisch generierte Beschreibung">
            <a:extLst>
              <a:ext uri="{FF2B5EF4-FFF2-40B4-BE49-F238E27FC236}">
                <a16:creationId xmlns:a16="http://schemas.microsoft.com/office/drawing/2014/main" id="{91CD0F69-F653-7516-15EB-46396FC3516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174" y="383229"/>
            <a:ext cx="2010258" cy="61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7668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kativ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203144A-7A8B-EDC0-40D4-2E9C016405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41487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03144A-7A8B-EDC0-40D4-2E9C016405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Box 4">
            <a:extLst>
              <a:ext uri="{FF2B5EF4-FFF2-40B4-BE49-F238E27FC236}">
                <a16:creationId xmlns:a16="http://schemas.microsoft.com/office/drawing/2014/main" id="{F60A7B8F-4253-A940-8DA9-F18597354183}"/>
              </a:ext>
            </a:extLst>
          </p:cNvPr>
          <p:cNvSpPr/>
          <p:nvPr userDrawn="1"/>
        </p:nvSpPr>
        <p:spPr>
          <a:xfrm>
            <a:off x="8762737" y="5143307"/>
            <a:ext cx="1714693" cy="1714693"/>
          </a:xfrm>
          <a:custGeom>
            <a:avLst/>
            <a:gdLst/>
            <a:ahLst/>
            <a:cxnLst/>
            <a:rect l="l" t="t" r="r" b="b"/>
            <a:pathLst>
              <a:path w="2827654" h="2827654">
                <a:moveTo>
                  <a:pt x="2827201" y="0"/>
                </a:moveTo>
                <a:lnTo>
                  <a:pt x="0" y="0"/>
                </a:lnTo>
                <a:lnTo>
                  <a:pt x="0" y="2827201"/>
                </a:lnTo>
                <a:lnTo>
                  <a:pt x="2827201" y="2827201"/>
                </a:lnTo>
                <a:lnTo>
                  <a:pt x="2827201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27" name="Box 5">
            <a:extLst>
              <a:ext uri="{FF2B5EF4-FFF2-40B4-BE49-F238E27FC236}">
                <a16:creationId xmlns:a16="http://schemas.microsoft.com/office/drawing/2014/main" id="{0D516B6E-66DE-020F-ED99-1A9E2F5FA845}"/>
              </a:ext>
            </a:extLst>
          </p:cNvPr>
          <p:cNvSpPr/>
          <p:nvPr userDrawn="1"/>
        </p:nvSpPr>
        <p:spPr>
          <a:xfrm>
            <a:off x="10477307" y="3428728"/>
            <a:ext cx="1714693" cy="1714693"/>
          </a:xfrm>
          <a:custGeom>
            <a:avLst/>
            <a:gdLst/>
            <a:ahLst/>
            <a:cxnLst/>
            <a:rect l="l" t="t" r="r" b="b"/>
            <a:pathLst>
              <a:path w="2827654" h="2827654">
                <a:moveTo>
                  <a:pt x="2827201" y="0"/>
                </a:moveTo>
                <a:lnTo>
                  <a:pt x="0" y="0"/>
                </a:lnTo>
                <a:lnTo>
                  <a:pt x="0" y="2827201"/>
                </a:lnTo>
                <a:lnTo>
                  <a:pt x="2827201" y="2827201"/>
                </a:lnTo>
                <a:lnTo>
                  <a:pt x="2827201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25" name="Bildplatzhalter 24">
            <a:extLst>
              <a:ext uri="{FF2B5EF4-FFF2-40B4-BE49-F238E27FC236}">
                <a16:creationId xmlns:a16="http://schemas.microsoft.com/office/drawing/2014/main" id="{41985140-23F6-7610-07D6-93CD9F94A3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29462" y="0"/>
            <a:ext cx="8762538" cy="6858000"/>
          </a:xfrm>
          <a:custGeom>
            <a:avLst/>
            <a:gdLst>
              <a:gd name="connsiteX0" fmla="*/ 5333275 w 8762538"/>
              <a:gd name="connsiteY0" fmla="*/ 5143307 h 6858000"/>
              <a:gd name="connsiteX1" fmla="*/ 5333275 w 8762538"/>
              <a:gd name="connsiteY1" fmla="*/ 6857725 h 6858000"/>
              <a:gd name="connsiteX2" fmla="*/ 7047692 w 8762538"/>
              <a:gd name="connsiteY2" fmla="*/ 6857725 h 6858000"/>
              <a:gd name="connsiteX3" fmla="*/ 7047693 w 8762538"/>
              <a:gd name="connsiteY3" fmla="*/ 6857725 h 6858000"/>
              <a:gd name="connsiteX4" fmla="*/ 8762104 w 8762538"/>
              <a:gd name="connsiteY4" fmla="*/ 6857725 h 6858000"/>
              <a:gd name="connsiteX5" fmla="*/ 8762104 w 8762538"/>
              <a:gd name="connsiteY5" fmla="*/ 5143307 h 6858000"/>
              <a:gd name="connsiteX6" fmla="*/ 7047693 w 8762538"/>
              <a:gd name="connsiteY6" fmla="*/ 5143307 h 6858000"/>
              <a:gd name="connsiteX7" fmla="*/ 7047692 w 8762538"/>
              <a:gd name="connsiteY7" fmla="*/ 5143307 h 6858000"/>
              <a:gd name="connsiteX8" fmla="*/ 7047845 w 8762538"/>
              <a:gd name="connsiteY8" fmla="*/ 3428728 h 6858000"/>
              <a:gd name="connsiteX9" fmla="*/ 7047845 w 8762538"/>
              <a:gd name="connsiteY9" fmla="*/ 5143146 h 6858000"/>
              <a:gd name="connsiteX10" fmla="*/ 8762263 w 8762538"/>
              <a:gd name="connsiteY10" fmla="*/ 5143146 h 6858000"/>
              <a:gd name="connsiteX11" fmla="*/ 8762263 w 8762538"/>
              <a:gd name="connsiteY11" fmla="*/ 3428728 h 6858000"/>
              <a:gd name="connsiteX12" fmla="*/ 0 w 8762538"/>
              <a:gd name="connsiteY12" fmla="*/ 0 h 6858000"/>
              <a:gd name="connsiteX13" fmla="*/ 1714142 w 8762538"/>
              <a:gd name="connsiteY13" fmla="*/ 0 h 6858000"/>
              <a:gd name="connsiteX14" fmla="*/ 1714142 w 8762538"/>
              <a:gd name="connsiteY14" fmla="*/ 1714417 h 6858000"/>
              <a:gd name="connsiteX15" fmla="*/ 3428553 w 8762538"/>
              <a:gd name="connsiteY15" fmla="*/ 1714417 h 6858000"/>
              <a:gd name="connsiteX16" fmla="*/ 3428553 w 8762538"/>
              <a:gd name="connsiteY16" fmla="*/ 0 h 6858000"/>
              <a:gd name="connsiteX17" fmla="*/ 8762538 w 8762538"/>
              <a:gd name="connsiteY17" fmla="*/ 0 h 6858000"/>
              <a:gd name="connsiteX18" fmla="*/ 8762538 w 8762538"/>
              <a:gd name="connsiteY18" fmla="*/ 6858000 h 6858000"/>
              <a:gd name="connsiteX19" fmla="*/ 0 w 8762538"/>
              <a:gd name="connsiteY19" fmla="*/ 6858000 h 6858000"/>
              <a:gd name="connsiteX20" fmla="*/ 0 w 8762538"/>
              <a:gd name="connsiteY20" fmla="*/ 6855904 h 6858000"/>
              <a:gd name="connsiteX21" fmla="*/ 1713444 w 8762538"/>
              <a:gd name="connsiteY21" fmla="*/ 6855904 h 6858000"/>
              <a:gd name="connsiteX22" fmla="*/ 1713444 w 8762538"/>
              <a:gd name="connsiteY22" fmla="*/ 1714340 h 6858000"/>
              <a:gd name="connsiteX23" fmla="*/ 0 w 8762538"/>
              <a:gd name="connsiteY23" fmla="*/ 1714340 h 6858000"/>
              <a:gd name="connsiteX0" fmla="*/ 5333275 w 8762538"/>
              <a:gd name="connsiteY0" fmla="*/ 5143307 h 6858000"/>
              <a:gd name="connsiteX1" fmla="*/ 5333275 w 8762538"/>
              <a:gd name="connsiteY1" fmla="*/ 6857725 h 6858000"/>
              <a:gd name="connsiteX2" fmla="*/ 7047692 w 8762538"/>
              <a:gd name="connsiteY2" fmla="*/ 6857725 h 6858000"/>
              <a:gd name="connsiteX3" fmla="*/ 7047693 w 8762538"/>
              <a:gd name="connsiteY3" fmla="*/ 6857725 h 6858000"/>
              <a:gd name="connsiteX4" fmla="*/ 8762104 w 8762538"/>
              <a:gd name="connsiteY4" fmla="*/ 6857725 h 6858000"/>
              <a:gd name="connsiteX5" fmla="*/ 8762104 w 8762538"/>
              <a:gd name="connsiteY5" fmla="*/ 5143307 h 6858000"/>
              <a:gd name="connsiteX6" fmla="*/ 7047693 w 8762538"/>
              <a:gd name="connsiteY6" fmla="*/ 5143307 h 6858000"/>
              <a:gd name="connsiteX7" fmla="*/ 7047692 w 8762538"/>
              <a:gd name="connsiteY7" fmla="*/ 5143307 h 6858000"/>
              <a:gd name="connsiteX8" fmla="*/ 5333275 w 8762538"/>
              <a:gd name="connsiteY8" fmla="*/ 5143307 h 6858000"/>
              <a:gd name="connsiteX9" fmla="*/ 7047845 w 8762538"/>
              <a:gd name="connsiteY9" fmla="*/ 3428728 h 6858000"/>
              <a:gd name="connsiteX10" fmla="*/ 7047845 w 8762538"/>
              <a:gd name="connsiteY10" fmla="*/ 5143146 h 6858000"/>
              <a:gd name="connsiteX11" fmla="*/ 8762263 w 8762538"/>
              <a:gd name="connsiteY11" fmla="*/ 5143146 h 6858000"/>
              <a:gd name="connsiteX12" fmla="*/ 8762263 w 8762538"/>
              <a:gd name="connsiteY12" fmla="*/ 3428728 h 6858000"/>
              <a:gd name="connsiteX13" fmla="*/ 7047845 w 8762538"/>
              <a:gd name="connsiteY13" fmla="*/ 3428728 h 6858000"/>
              <a:gd name="connsiteX14" fmla="*/ 0 w 8762538"/>
              <a:gd name="connsiteY14" fmla="*/ 0 h 6858000"/>
              <a:gd name="connsiteX15" fmla="*/ 1714142 w 8762538"/>
              <a:gd name="connsiteY15" fmla="*/ 0 h 6858000"/>
              <a:gd name="connsiteX16" fmla="*/ 1714142 w 8762538"/>
              <a:gd name="connsiteY16" fmla="*/ 1714417 h 6858000"/>
              <a:gd name="connsiteX17" fmla="*/ 3428553 w 8762538"/>
              <a:gd name="connsiteY17" fmla="*/ 1714417 h 6858000"/>
              <a:gd name="connsiteX18" fmla="*/ 3428553 w 8762538"/>
              <a:gd name="connsiteY18" fmla="*/ 0 h 6858000"/>
              <a:gd name="connsiteX19" fmla="*/ 8762538 w 8762538"/>
              <a:gd name="connsiteY19" fmla="*/ 0 h 6858000"/>
              <a:gd name="connsiteX20" fmla="*/ 8762538 w 8762538"/>
              <a:gd name="connsiteY20" fmla="*/ 6858000 h 6858000"/>
              <a:gd name="connsiteX21" fmla="*/ 0 w 8762538"/>
              <a:gd name="connsiteY21" fmla="*/ 6858000 h 6858000"/>
              <a:gd name="connsiteX22" fmla="*/ 1713444 w 8762538"/>
              <a:gd name="connsiteY22" fmla="*/ 6855904 h 6858000"/>
              <a:gd name="connsiteX23" fmla="*/ 1713444 w 8762538"/>
              <a:gd name="connsiteY23" fmla="*/ 1714340 h 6858000"/>
              <a:gd name="connsiteX24" fmla="*/ 0 w 8762538"/>
              <a:gd name="connsiteY24" fmla="*/ 1714340 h 6858000"/>
              <a:gd name="connsiteX25" fmla="*/ 0 w 8762538"/>
              <a:gd name="connsiteY25" fmla="*/ 0 h 6858000"/>
              <a:gd name="connsiteX0" fmla="*/ 5333275 w 8762538"/>
              <a:gd name="connsiteY0" fmla="*/ 5143307 h 6858000"/>
              <a:gd name="connsiteX1" fmla="*/ 5333275 w 8762538"/>
              <a:gd name="connsiteY1" fmla="*/ 6857725 h 6858000"/>
              <a:gd name="connsiteX2" fmla="*/ 7047692 w 8762538"/>
              <a:gd name="connsiteY2" fmla="*/ 6857725 h 6858000"/>
              <a:gd name="connsiteX3" fmla="*/ 7047693 w 8762538"/>
              <a:gd name="connsiteY3" fmla="*/ 6857725 h 6858000"/>
              <a:gd name="connsiteX4" fmla="*/ 8762104 w 8762538"/>
              <a:gd name="connsiteY4" fmla="*/ 6857725 h 6858000"/>
              <a:gd name="connsiteX5" fmla="*/ 8762104 w 8762538"/>
              <a:gd name="connsiteY5" fmla="*/ 5143307 h 6858000"/>
              <a:gd name="connsiteX6" fmla="*/ 7047693 w 8762538"/>
              <a:gd name="connsiteY6" fmla="*/ 5143307 h 6858000"/>
              <a:gd name="connsiteX7" fmla="*/ 7047692 w 8762538"/>
              <a:gd name="connsiteY7" fmla="*/ 5143307 h 6858000"/>
              <a:gd name="connsiteX8" fmla="*/ 5333275 w 8762538"/>
              <a:gd name="connsiteY8" fmla="*/ 5143307 h 6858000"/>
              <a:gd name="connsiteX9" fmla="*/ 7047845 w 8762538"/>
              <a:gd name="connsiteY9" fmla="*/ 3428728 h 6858000"/>
              <a:gd name="connsiteX10" fmla="*/ 7047845 w 8762538"/>
              <a:gd name="connsiteY10" fmla="*/ 5143146 h 6858000"/>
              <a:gd name="connsiteX11" fmla="*/ 8762263 w 8762538"/>
              <a:gd name="connsiteY11" fmla="*/ 5143146 h 6858000"/>
              <a:gd name="connsiteX12" fmla="*/ 8762263 w 8762538"/>
              <a:gd name="connsiteY12" fmla="*/ 3428728 h 6858000"/>
              <a:gd name="connsiteX13" fmla="*/ 7047845 w 8762538"/>
              <a:gd name="connsiteY13" fmla="*/ 3428728 h 6858000"/>
              <a:gd name="connsiteX14" fmla="*/ 0 w 8762538"/>
              <a:gd name="connsiteY14" fmla="*/ 0 h 6858000"/>
              <a:gd name="connsiteX15" fmla="*/ 1714142 w 8762538"/>
              <a:gd name="connsiteY15" fmla="*/ 0 h 6858000"/>
              <a:gd name="connsiteX16" fmla="*/ 1714142 w 8762538"/>
              <a:gd name="connsiteY16" fmla="*/ 1714417 h 6858000"/>
              <a:gd name="connsiteX17" fmla="*/ 3428553 w 8762538"/>
              <a:gd name="connsiteY17" fmla="*/ 1714417 h 6858000"/>
              <a:gd name="connsiteX18" fmla="*/ 3428553 w 8762538"/>
              <a:gd name="connsiteY18" fmla="*/ 0 h 6858000"/>
              <a:gd name="connsiteX19" fmla="*/ 8762538 w 8762538"/>
              <a:gd name="connsiteY19" fmla="*/ 0 h 6858000"/>
              <a:gd name="connsiteX20" fmla="*/ 8762538 w 8762538"/>
              <a:gd name="connsiteY20" fmla="*/ 6858000 h 6858000"/>
              <a:gd name="connsiteX21" fmla="*/ 1713444 w 8762538"/>
              <a:gd name="connsiteY21" fmla="*/ 6855904 h 6858000"/>
              <a:gd name="connsiteX22" fmla="*/ 1713444 w 8762538"/>
              <a:gd name="connsiteY22" fmla="*/ 1714340 h 6858000"/>
              <a:gd name="connsiteX23" fmla="*/ 0 w 8762538"/>
              <a:gd name="connsiteY23" fmla="*/ 1714340 h 6858000"/>
              <a:gd name="connsiteX24" fmla="*/ 0 w 8762538"/>
              <a:gd name="connsiteY2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8762538" h="6858000">
                <a:moveTo>
                  <a:pt x="5333275" y="5143307"/>
                </a:moveTo>
                <a:lnTo>
                  <a:pt x="5333275" y="6857725"/>
                </a:lnTo>
                <a:lnTo>
                  <a:pt x="7047692" y="6857725"/>
                </a:lnTo>
                <a:lnTo>
                  <a:pt x="7047693" y="6857725"/>
                </a:lnTo>
                <a:lnTo>
                  <a:pt x="8762104" y="6857725"/>
                </a:lnTo>
                <a:lnTo>
                  <a:pt x="8762104" y="5143307"/>
                </a:lnTo>
                <a:lnTo>
                  <a:pt x="7047693" y="5143307"/>
                </a:lnTo>
                <a:lnTo>
                  <a:pt x="7047692" y="5143307"/>
                </a:lnTo>
                <a:lnTo>
                  <a:pt x="5333275" y="5143307"/>
                </a:lnTo>
                <a:close/>
                <a:moveTo>
                  <a:pt x="7047845" y="3428728"/>
                </a:moveTo>
                <a:lnTo>
                  <a:pt x="7047845" y="5143146"/>
                </a:lnTo>
                <a:lnTo>
                  <a:pt x="8762263" y="5143146"/>
                </a:lnTo>
                <a:lnTo>
                  <a:pt x="8762263" y="3428728"/>
                </a:lnTo>
                <a:lnTo>
                  <a:pt x="7047845" y="3428728"/>
                </a:lnTo>
                <a:close/>
                <a:moveTo>
                  <a:pt x="0" y="0"/>
                </a:moveTo>
                <a:lnTo>
                  <a:pt x="1714142" y="0"/>
                </a:lnTo>
                <a:lnTo>
                  <a:pt x="1714142" y="1714417"/>
                </a:lnTo>
                <a:lnTo>
                  <a:pt x="3428553" y="1714417"/>
                </a:lnTo>
                <a:lnTo>
                  <a:pt x="3428553" y="0"/>
                </a:lnTo>
                <a:lnTo>
                  <a:pt x="8762538" y="0"/>
                </a:lnTo>
                <a:lnTo>
                  <a:pt x="8762538" y="6858000"/>
                </a:lnTo>
                <a:lnTo>
                  <a:pt x="1713444" y="6855904"/>
                </a:lnTo>
                <a:lnTo>
                  <a:pt x="1713444" y="1714340"/>
                </a:lnTo>
                <a:lnTo>
                  <a:pt x="0" y="171434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" name="Box 1">
            <a:extLst>
              <a:ext uri="{FF2B5EF4-FFF2-40B4-BE49-F238E27FC236}">
                <a16:creationId xmlns:a16="http://schemas.microsoft.com/office/drawing/2014/main" id="{8CE6E4E5-962A-66C1-A314-CB59CE216890}"/>
              </a:ext>
            </a:extLst>
          </p:cNvPr>
          <p:cNvSpPr/>
          <p:nvPr userDrawn="1"/>
        </p:nvSpPr>
        <p:spPr>
          <a:xfrm>
            <a:off x="428" y="0"/>
            <a:ext cx="1714693" cy="1714693"/>
          </a:xfrm>
          <a:custGeom>
            <a:avLst/>
            <a:gdLst/>
            <a:ahLst/>
            <a:cxnLst/>
            <a:rect l="l" t="t" r="r" b="b"/>
            <a:pathLst>
              <a:path w="2827655" h="2827655">
                <a:moveTo>
                  <a:pt x="2827170" y="0"/>
                </a:moveTo>
                <a:lnTo>
                  <a:pt x="0" y="0"/>
                </a:lnTo>
                <a:lnTo>
                  <a:pt x="0" y="2827201"/>
                </a:lnTo>
                <a:lnTo>
                  <a:pt x="2827170" y="2827201"/>
                </a:lnTo>
                <a:lnTo>
                  <a:pt x="282717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6" name="Box 2">
            <a:extLst>
              <a:ext uri="{FF2B5EF4-FFF2-40B4-BE49-F238E27FC236}">
                <a16:creationId xmlns:a16="http://schemas.microsoft.com/office/drawing/2014/main" id="{0E182023-1813-9AA7-92C8-CCAA481FC0BB}"/>
              </a:ext>
            </a:extLst>
          </p:cNvPr>
          <p:cNvSpPr/>
          <p:nvPr userDrawn="1"/>
        </p:nvSpPr>
        <p:spPr>
          <a:xfrm>
            <a:off x="1714769" y="1714341"/>
            <a:ext cx="1714693" cy="1714693"/>
          </a:xfrm>
          <a:custGeom>
            <a:avLst/>
            <a:gdLst/>
            <a:ahLst/>
            <a:cxnLst/>
            <a:rect l="l" t="t" r="r" b="b"/>
            <a:pathLst>
              <a:path w="2827654" h="2827654">
                <a:moveTo>
                  <a:pt x="2827201" y="0"/>
                </a:moveTo>
                <a:lnTo>
                  <a:pt x="0" y="0"/>
                </a:lnTo>
                <a:lnTo>
                  <a:pt x="0" y="2827201"/>
                </a:lnTo>
                <a:lnTo>
                  <a:pt x="2827201" y="2827201"/>
                </a:lnTo>
                <a:lnTo>
                  <a:pt x="2827201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5EA5873D-AF06-607D-43ED-D41CFCF4A0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923463" y="432000"/>
            <a:ext cx="1933575" cy="517325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C74681A2-10C1-98D6-2EA9-190A8C0D3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3779174"/>
            <a:ext cx="4586287" cy="2529551"/>
          </a:xfrm>
        </p:spPr>
        <p:txBody>
          <a:bodyPr vert="horz">
            <a:noAutofit/>
          </a:bodyPr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Fußzeilenplatzhalter 15">
            <a:extLst>
              <a:ext uri="{FF2B5EF4-FFF2-40B4-BE49-F238E27FC236}">
                <a16:creationId xmlns:a16="http://schemas.microsoft.com/office/drawing/2014/main" id="{E9592A1C-BF23-655B-9CD7-31B1A70291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9" name="Foliennummernplatzhalter 16">
            <a:extLst>
              <a:ext uri="{FF2B5EF4-FFF2-40B4-BE49-F238E27FC236}">
                <a16:creationId xmlns:a16="http://schemas.microsoft.com/office/drawing/2014/main" id="{F864353D-E701-8839-D967-244B80FF08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65754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203144A-7A8B-EDC0-40D4-2E9C016405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87500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03144A-7A8B-EDC0-40D4-2E9C016405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1C31DA68-D6DC-153F-B543-BFC8100BD7E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91250" y="0"/>
            <a:ext cx="6000750" cy="6858000"/>
          </a:xfrm>
          <a:custGeom>
            <a:avLst/>
            <a:gdLst>
              <a:gd name="connsiteX0" fmla="*/ 0 w 6000750"/>
              <a:gd name="connsiteY0" fmla="*/ 0 h 6858000"/>
              <a:gd name="connsiteX1" fmla="*/ 865755 w 6000750"/>
              <a:gd name="connsiteY1" fmla="*/ 0 h 6858000"/>
              <a:gd name="connsiteX2" fmla="*/ 865755 w 6000750"/>
              <a:gd name="connsiteY2" fmla="*/ 857190 h 6858000"/>
              <a:gd name="connsiteX3" fmla="*/ 1722946 w 6000750"/>
              <a:gd name="connsiteY3" fmla="*/ 857190 h 6858000"/>
              <a:gd name="connsiteX4" fmla="*/ 1722946 w 6000750"/>
              <a:gd name="connsiteY4" fmla="*/ 0 h 6858000"/>
              <a:gd name="connsiteX5" fmla="*/ 6000750 w 6000750"/>
              <a:gd name="connsiteY5" fmla="*/ 0 h 6858000"/>
              <a:gd name="connsiteX6" fmla="*/ 6000750 w 6000750"/>
              <a:gd name="connsiteY6" fmla="*/ 6858000 h 6858000"/>
              <a:gd name="connsiteX7" fmla="*/ 860426 w 6000750"/>
              <a:gd name="connsiteY7" fmla="*/ 6858000 h 6858000"/>
              <a:gd name="connsiteX8" fmla="*/ 860426 w 6000750"/>
              <a:gd name="connsiteY8" fmla="*/ 857193 h 6858000"/>
              <a:gd name="connsiteX9" fmla="*/ 0 w 6000750"/>
              <a:gd name="connsiteY9" fmla="*/ 85719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00750" h="6858000">
                <a:moveTo>
                  <a:pt x="0" y="0"/>
                </a:moveTo>
                <a:lnTo>
                  <a:pt x="865755" y="0"/>
                </a:lnTo>
                <a:lnTo>
                  <a:pt x="865755" y="857190"/>
                </a:lnTo>
                <a:lnTo>
                  <a:pt x="1722946" y="857190"/>
                </a:lnTo>
                <a:lnTo>
                  <a:pt x="1722946" y="0"/>
                </a:lnTo>
                <a:lnTo>
                  <a:pt x="6000750" y="0"/>
                </a:lnTo>
                <a:lnTo>
                  <a:pt x="6000750" y="6858000"/>
                </a:lnTo>
                <a:lnTo>
                  <a:pt x="860426" y="6858000"/>
                </a:lnTo>
                <a:lnTo>
                  <a:pt x="860426" y="857193"/>
                </a:lnTo>
                <a:lnTo>
                  <a:pt x="0" y="85719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5EA5873D-AF06-607D-43ED-D41CFCF4A0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923463" y="432000"/>
            <a:ext cx="1933575" cy="517325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6C4D48B2-5590-DEFE-93EB-BC4000C8CA1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5459" y="917260"/>
            <a:ext cx="5604491" cy="258763"/>
          </a:xfrm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3DCE9C07-22D4-C8C5-D270-884920D14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23" y="273685"/>
            <a:ext cx="5608627" cy="624839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5" name="Fußzeilenplatzhalter 15">
            <a:extLst>
              <a:ext uri="{FF2B5EF4-FFF2-40B4-BE49-F238E27FC236}">
                <a16:creationId xmlns:a16="http://schemas.microsoft.com/office/drawing/2014/main" id="{5DF38C23-9871-6B96-6CB6-8C72DC477B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16" name="Foliennummernplatzhalter 16">
            <a:extLst>
              <a:ext uri="{FF2B5EF4-FFF2-40B4-BE49-F238E27FC236}">
                <a16:creationId xmlns:a16="http://schemas.microsoft.com/office/drawing/2014/main" id="{DA23B29A-1E0C-6809-0C50-25AB70FAD8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Textplatzhalter 12">
            <a:extLst>
              <a:ext uri="{FF2B5EF4-FFF2-40B4-BE49-F238E27FC236}">
                <a16:creationId xmlns:a16="http://schemas.microsoft.com/office/drawing/2014/main" id="{3097C2E3-5865-86EF-6E3A-4C2FEDDF8F0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6076" y="6308725"/>
            <a:ext cx="6300788" cy="252413"/>
          </a:xfrm>
        </p:spPr>
        <p:txBody>
          <a:bodyPr anchor="ctr"/>
          <a:lstStyle>
            <a:lvl1pPr marL="0" indent="0" rtl="0">
              <a:spcAft>
                <a:spcPts val="0"/>
              </a:spcAft>
              <a:buNone/>
              <a:defRPr sz="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8517714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203144A-7A8B-EDC0-40D4-2E9C016405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643060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03144A-7A8B-EDC0-40D4-2E9C016405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1C31DA68-D6DC-153F-B543-BFC8100BD7E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91250" y="0"/>
            <a:ext cx="6000750" cy="6858000"/>
          </a:xfrm>
          <a:custGeom>
            <a:avLst/>
            <a:gdLst>
              <a:gd name="connsiteX0" fmla="*/ 0 w 6000750"/>
              <a:gd name="connsiteY0" fmla="*/ 0 h 6858000"/>
              <a:gd name="connsiteX1" fmla="*/ 865755 w 6000750"/>
              <a:gd name="connsiteY1" fmla="*/ 0 h 6858000"/>
              <a:gd name="connsiteX2" fmla="*/ 865755 w 6000750"/>
              <a:gd name="connsiteY2" fmla="*/ 857190 h 6858000"/>
              <a:gd name="connsiteX3" fmla="*/ 1722946 w 6000750"/>
              <a:gd name="connsiteY3" fmla="*/ 857190 h 6858000"/>
              <a:gd name="connsiteX4" fmla="*/ 1722946 w 6000750"/>
              <a:gd name="connsiteY4" fmla="*/ 0 h 6858000"/>
              <a:gd name="connsiteX5" fmla="*/ 6000750 w 6000750"/>
              <a:gd name="connsiteY5" fmla="*/ 0 h 6858000"/>
              <a:gd name="connsiteX6" fmla="*/ 6000750 w 6000750"/>
              <a:gd name="connsiteY6" fmla="*/ 6858000 h 6858000"/>
              <a:gd name="connsiteX7" fmla="*/ 860426 w 6000750"/>
              <a:gd name="connsiteY7" fmla="*/ 6858000 h 6858000"/>
              <a:gd name="connsiteX8" fmla="*/ 860426 w 6000750"/>
              <a:gd name="connsiteY8" fmla="*/ 857193 h 6858000"/>
              <a:gd name="connsiteX9" fmla="*/ 0 w 6000750"/>
              <a:gd name="connsiteY9" fmla="*/ 85719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00750" h="6858000">
                <a:moveTo>
                  <a:pt x="0" y="0"/>
                </a:moveTo>
                <a:lnTo>
                  <a:pt x="865755" y="0"/>
                </a:lnTo>
                <a:lnTo>
                  <a:pt x="865755" y="857190"/>
                </a:lnTo>
                <a:lnTo>
                  <a:pt x="1722946" y="857190"/>
                </a:lnTo>
                <a:lnTo>
                  <a:pt x="1722946" y="0"/>
                </a:lnTo>
                <a:lnTo>
                  <a:pt x="6000750" y="0"/>
                </a:lnTo>
                <a:lnTo>
                  <a:pt x="6000750" y="6858000"/>
                </a:lnTo>
                <a:lnTo>
                  <a:pt x="860426" y="6858000"/>
                </a:lnTo>
                <a:lnTo>
                  <a:pt x="860426" y="857193"/>
                </a:lnTo>
                <a:lnTo>
                  <a:pt x="0" y="85719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5EA5873D-AF06-607D-43ED-D41CFCF4A0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923463" y="432000"/>
            <a:ext cx="1933575" cy="517325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DD6FEAC-64E7-8B27-3FB3-40FBCEACF6E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4963" y="1484313"/>
            <a:ext cx="6300787" cy="48244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6C4D48B2-5590-DEFE-93EB-BC4000C8CA1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5459" y="917260"/>
            <a:ext cx="5604491" cy="258763"/>
          </a:xfrm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3DCE9C07-22D4-C8C5-D270-884920D14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23" y="273685"/>
            <a:ext cx="5608627" cy="624839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5" name="Fußzeilenplatzhalter 15">
            <a:extLst>
              <a:ext uri="{FF2B5EF4-FFF2-40B4-BE49-F238E27FC236}">
                <a16:creationId xmlns:a16="http://schemas.microsoft.com/office/drawing/2014/main" id="{5DF38C23-9871-6B96-6CB6-8C72DC477B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16" name="Foliennummernplatzhalter 16">
            <a:extLst>
              <a:ext uri="{FF2B5EF4-FFF2-40B4-BE49-F238E27FC236}">
                <a16:creationId xmlns:a16="http://schemas.microsoft.com/office/drawing/2014/main" id="{DA23B29A-1E0C-6809-0C50-25AB70FAD8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2" name="Group 32">
            <a:extLst>
              <a:ext uri="{FF2B5EF4-FFF2-40B4-BE49-F238E27FC236}">
                <a16:creationId xmlns:a16="http://schemas.microsoft.com/office/drawing/2014/main" id="{580EC9E5-05A0-74A6-1F83-40EE91E2FF25}"/>
              </a:ext>
            </a:extLst>
          </p:cNvPr>
          <p:cNvGrpSpPr/>
          <p:nvPr userDrawn="1"/>
        </p:nvGrpSpPr>
        <p:grpSpPr>
          <a:xfrm>
            <a:off x="12334651" y="898524"/>
            <a:ext cx="2238375" cy="5662614"/>
            <a:chOff x="12455525" y="1"/>
            <a:chExt cx="2238375" cy="5662614"/>
          </a:xfrm>
        </p:grpSpPr>
        <p:sp>
          <p:nvSpPr>
            <p:cNvPr id="3" name="Rectangle 7">
              <a:extLst>
                <a:ext uri="{FF2B5EF4-FFF2-40B4-BE49-F238E27FC236}">
                  <a16:creationId xmlns:a16="http://schemas.microsoft.com/office/drawing/2014/main" id="{9B16549E-5276-B939-C90A-861F069EC701}"/>
                </a:ext>
              </a:extLst>
            </p:cNvPr>
            <p:cNvSpPr/>
            <p:nvPr/>
          </p:nvSpPr>
          <p:spPr>
            <a:xfrm>
              <a:off x="12455525" y="1"/>
              <a:ext cx="2238375" cy="5662614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44000" tIns="108000" rIns="144000" bIns="108000"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Plus Jakarta Sans ExtraBold" pitchFamily="2" charset="77"/>
                </a:rPr>
                <a:t>Hinweis zum </a:t>
              </a:r>
              <a:br>
                <a:rPr kumimoji="0" lang="de-DE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Plus Jakarta Sans ExtraBold" pitchFamily="2" charset="77"/>
                </a:rPr>
              </a:br>
              <a:r>
                <a:rPr kumimoji="0" lang="de-DE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Plus Jakarta Sans ExtraBold" pitchFamily="2" charset="77"/>
                </a:rPr>
                <a:t>schnellen Formatieren von Texten: 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ExtraBold" pitchFamily="2" charset="7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ExtraBold" pitchFamily="2" charset="7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br>
                <a:rPr kumimoji="0" lang="de-DE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Plus Jakarta Sans ExtraBold" pitchFamily="2" charset="77"/>
                </a:rPr>
              </a:br>
              <a:endPara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ExtraBold" pitchFamily="2" charset="7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ExtraBold" pitchFamily="2" charset="7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ExtraBold" pitchFamily="2" charset="7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ExtraBold" pitchFamily="2" charset="7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ExtraBold" pitchFamily="2" charset="7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Plus Jakarta Sans ExtraBold" pitchFamily="2" charset="77"/>
                </a:rPr>
                <a:t>Absatz-Zeichen</a:t>
              </a:r>
              <a:r>
                <a:rPr kumimoji="0" lang="de-DE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Plus Jakarta Sans Medium" pitchFamily="2" charset="77"/>
                </a:rPr>
                <a:t> nutzen, um zwischen diesen vorprogrammierten Textebenen zu wechseln: </a:t>
              </a:r>
            </a:p>
          </p:txBody>
        </p:sp>
        <p:sp>
          <p:nvSpPr>
            <p:cNvPr id="5" name="Textplatzhalter 45">
              <a:extLst>
                <a:ext uri="{FF2B5EF4-FFF2-40B4-BE49-F238E27FC236}">
                  <a16:creationId xmlns:a16="http://schemas.microsoft.com/office/drawing/2014/main" id="{D21EFE8C-C2F9-5BA7-AB8A-872231635960}"/>
                </a:ext>
              </a:extLst>
            </p:cNvPr>
            <p:cNvSpPr txBox="1">
              <a:spLocks/>
            </p:cNvSpPr>
            <p:nvPr/>
          </p:nvSpPr>
          <p:spPr>
            <a:xfrm>
              <a:off x="12623256" y="3657603"/>
              <a:ext cx="1617312" cy="1403350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671344"/>
                </a:buClr>
                <a:buSzPct val="80000"/>
                <a:buFont typeface="Wingdings" panose="05000000000000000000" pitchFamily="2" charset="2"/>
                <a:buChar char="§"/>
                <a:defRPr lang="de-DE" sz="1400" kern="1200" dirty="0" smtClean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1pPr>
              <a:lvl2pPr marL="358775" indent="-17938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lang="de-DE" sz="1400" kern="1200" dirty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2pPr>
              <a:lvl3pPr marL="540000" indent="-17938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lang="de-DE" sz="1400" kern="1200" dirty="0" smtClean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3pPr>
              <a:lvl4pPr marL="180975" indent="-18097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lang="de-DE" sz="1400" kern="1200" dirty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4pPr>
              <a:lvl5pPr marL="358775" indent="-17938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tx2"/>
                </a:buClr>
                <a:buFont typeface="+mj-lt"/>
                <a:buAutoNum type="alphaLcPeriod"/>
                <a:tabLst/>
                <a:defRPr lang="de-DE" sz="1400" b="0" kern="1200" dirty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5pPr>
              <a:lvl6pPr marL="540000" indent="-17938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tx2"/>
                </a:buClr>
                <a:buFont typeface="+mj-lt"/>
                <a:buAutoNum type="alphaLcPeriod"/>
                <a:defRPr lang="de-DE" sz="1400" b="0" kern="1200" dirty="0" smtClean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1000"/>
                </a:spcAft>
                <a:buFont typeface="+mj-lt"/>
                <a:buNone/>
                <a:defRPr lang="de-DE" sz="1400" b="1" kern="1200" dirty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Font typeface="+mj-lt"/>
                <a:buNone/>
                <a:defRPr lang="de-DE" sz="1400" kern="1200" dirty="0" smtClean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sz="1800" b="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6213" marR="0" lvl="0" indent="-176213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7"/>
                </a:buBlip>
                <a:tabLst/>
                <a:defRPr/>
              </a:pPr>
              <a:r>
                <a:rPr kumimoji="0" lang="de-DE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Mastertextformat bearbeiten</a:t>
              </a:r>
            </a:p>
            <a:p>
              <a:pPr marL="360363" marR="0" lvl="1" indent="-1841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de-DE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Zweite Ebene</a:t>
              </a:r>
            </a:p>
            <a:p>
              <a:pPr marL="541338" marR="0" lvl="2" indent="-180975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Symbol" panose="05050102010706020507" pitchFamily="18" charset="2"/>
                <a:buChar char="-"/>
                <a:tabLst/>
                <a:defRPr/>
              </a:pPr>
              <a:r>
                <a:rPr kumimoji="0" lang="de-DE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Dritte Ebene</a:t>
              </a:r>
            </a:p>
            <a:p>
              <a:pPr marL="176213" marR="0" lvl="3" indent="-176213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8">
                    <a:extLs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</a:buBlip>
                <a:tabLst/>
                <a:defRPr/>
              </a:pPr>
              <a:r>
                <a:rPr kumimoji="0" lang="de-DE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Vierte Ebene</a:t>
              </a:r>
            </a:p>
            <a:p>
              <a:pPr marL="0" marR="0" lvl="4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de-DE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E4072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Fünfte Ebene</a:t>
              </a:r>
            </a:p>
          </p:txBody>
        </p:sp>
        <p:grpSp>
          <p:nvGrpSpPr>
            <p:cNvPr id="6" name="Group 9">
              <a:extLst>
                <a:ext uri="{FF2B5EF4-FFF2-40B4-BE49-F238E27FC236}">
                  <a16:creationId xmlns:a16="http://schemas.microsoft.com/office/drawing/2014/main" id="{F3A3D61A-422F-D2BE-CCC7-80D7411E4593}"/>
                </a:ext>
              </a:extLst>
            </p:cNvPr>
            <p:cNvGrpSpPr/>
            <p:nvPr/>
          </p:nvGrpSpPr>
          <p:grpSpPr>
            <a:xfrm>
              <a:off x="12656430" y="1089171"/>
              <a:ext cx="1584137" cy="987131"/>
              <a:chOff x="3838574" y="-1487553"/>
              <a:chExt cx="1819275" cy="1133654"/>
            </a:xfrm>
          </p:grpSpPr>
          <p:pic>
            <p:nvPicPr>
              <p:cNvPr id="21" name="Picture 16">
                <a:extLst>
                  <a:ext uri="{FF2B5EF4-FFF2-40B4-BE49-F238E27FC236}">
                    <a16:creationId xmlns:a16="http://schemas.microsoft.com/office/drawing/2014/main" id="{9C5CF6BD-2D8A-86A7-5FF2-6979554B32FF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10"/>
              <a:srcRect l="1776" t="2586" r="73195" b="4443"/>
              <a:stretch/>
            </p:blipFill>
            <p:spPr>
              <a:xfrm>
                <a:off x="3838574" y="-1487553"/>
                <a:ext cx="1819275" cy="1133654"/>
              </a:xfrm>
              <a:prstGeom prst="rect">
                <a:avLst/>
              </a:prstGeom>
              <a:ln>
                <a:solidFill>
                  <a:srgbClr val="000000"/>
                </a:solidFill>
              </a:ln>
            </p:spPr>
          </p:pic>
          <p:pic>
            <p:nvPicPr>
              <p:cNvPr id="22" name="Picture 17">
                <a:extLst>
                  <a:ext uri="{FF2B5EF4-FFF2-40B4-BE49-F238E27FC236}">
                    <a16:creationId xmlns:a16="http://schemas.microsoft.com/office/drawing/2014/main" id="{40C39451-27E0-DFF9-3DAB-A385E08270A6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10"/>
              <a:srcRect l="56567" t="30796" r="19234"/>
              <a:stretch/>
            </p:blipFill>
            <p:spPr>
              <a:xfrm>
                <a:off x="3838574" y="-1197759"/>
                <a:ext cx="1758949" cy="843860"/>
              </a:xfrm>
              <a:prstGeom prst="rect">
                <a:avLst/>
              </a:prstGeom>
            </p:spPr>
          </p:pic>
          <p:sp>
            <p:nvSpPr>
              <p:cNvPr id="23" name="Rectangle 18">
                <a:extLst>
                  <a:ext uri="{FF2B5EF4-FFF2-40B4-BE49-F238E27FC236}">
                    <a16:creationId xmlns:a16="http://schemas.microsoft.com/office/drawing/2014/main" id="{19CFA8F8-16FC-143C-4846-ECA54FC745C8}"/>
                  </a:ext>
                </a:extLst>
              </p:cNvPr>
              <p:cNvSpPr/>
              <p:nvPr userDrawn="1"/>
            </p:nvSpPr>
            <p:spPr>
              <a:xfrm>
                <a:off x="5517931" y="-1487553"/>
                <a:ext cx="139917" cy="983056"/>
              </a:xfrm>
              <a:prstGeom prst="rect">
                <a:avLst/>
              </a:prstGeom>
              <a:solidFill>
                <a:srgbClr val="F3F2F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Plus Jakarta Sans Medium" pitchFamily="2" charset="77"/>
                </a:endParaRPr>
              </a:p>
            </p:txBody>
          </p:sp>
        </p:grpSp>
        <p:sp>
          <p:nvSpPr>
            <p:cNvPr id="7" name="Arc 11">
              <a:extLst>
                <a:ext uri="{FF2B5EF4-FFF2-40B4-BE49-F238E27FC236}">
                  <a16:creationId xmlns:a16="http://schemas.microsoft.com/office/drawing/2014/main" id="{AA36C514-418F-F673-C977-7AE0D4424903}"/>
                </a:ext>
              </a:extLst>
            </p:cNvPr>
            <p:cNvSpPr/>
            <p:nvPr/>
          </p:nvSpPr>
          <p:spPr>
            <a:xfrm rot="15649404">
              <a:off x="12562252" y="1598191"/>
              <a:ext cx="2019300" cy="1666765"/>
            </a:xfrm>
            <a:prstGeom prst="arc">
              <a:avLst>
                <a:gd name="adj1" fmla="val 17273960"/>
                <a:gd name="adj2" fmla="val 0"/>
              </a:avLst>
            </a:prstGeom>
            <a:noFill/>
            <a:ln w="25400" cap="flat" cmpd="sng" algn="ctr">
              <a:solidFill>
                <a:schemeClr val="accent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Medium" pitchFamily="2" charset="77"/>
              </a:endParaRP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8EC7682B-7741-F8F3-F7F1-F608CE8F714E}"/>
                </a:ext>
              </a:extLst>
            </p:cNvPr>
            <p:cNvSpPr txBox="1"/>
            <p:nvPr/>
          </p:nvSpPr>
          <p:spPr>
            <a:xfrm>
              <a:off x="12666422" y="1143850"/>
              <a:ext cx="398698" cy="103976"/>
            </a:xfrm>
            <a:prstGeom prst="rect">
              <a:avLst/>
            </a:prstGeom>
            <a:solidFill>
              <a:srgbClr val="F3F2F1"/>
            </a:solidFill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defTabSz="1809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671344"/>
                </a:buClr>
                <a:buSzPct val="80000"/>
                <a:buFontTx/>
                <a:buNone/>
                <a:tabLst>
                  <a:tab pos="180975" algn="l"/>
                  <a:tab pos="360363" algn="l"/>
                </a:tabLst>
                <a:defRPr/>
              </a:pPr>
              <a:r>
                <a:rPr kumimoji="0" lang="de-DE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Plus Jakarta Sans Medium" pitchFamily="2" charset="77"/>
                </a:rPr>
                <a:t> Start</a:t>
              </a: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EC0642DE-F826-8D41-81DD-72DF906E63C4}"/>
                </a:ext>
              </a:extLst>
            </p:cNvPr>
            <p:cNvSpPr txBox="1"/>
            <p:nvPr/>
          </p:nvSpPr>
          <p:spPr>
            <a:xfrm>
              <a:off x="13167679" y="1143850"/>
              <a:ext cx="398698" cy="103976"/>
            </a:xfrm>
            <a:prstGeom prst="rect">
              <a:avLst/>
            </a:prstGeom>
            <a:solidFill>
              <a:srgbClr val="F3F2F1"/>
            </a:solidFill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defTabSz="1809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671344"/>
                </a:buClr>
                <a:buSzPct val="80000"/>
                <a:buFontTx/>
                <a:buNone/>
                <a:tabLst>
                  <a:tab pos="180975" algn="l"/>
                  <a:tab pos="360363" algn="l"/>
                </a:tabLst>
                <a:defRPr/>
              </a:pPr>
              <a:r>
                <a:rPr kumimoji="0" lang="de-DE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Plus Jakarta Sans Medium" pitchFamily="2" charset="77"/>
                </a:rPr>
                <a:t>Einfügen</a:t>
              </a: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9500DB2D-5885-37C2-0265-E25BE31131E0}"/>
                </a:ext>
              </a:extLst>
            </p:cNvPr>
            <p:cNvSpPr txBox="1"/>
            <p:nvPr/>
          </p:nvSpPr>
          <p:spPr>
            <a:xfrm>
              <a:off x="13706533" y="1143850"/>
              <a:ext cx="398698" cy="103976"/>
            </a:xfrm>
            <a:prstGeom prst="rect">
              <a:avLst/>
            </a:prstGeom>
            <a:solidFill>
              <a:srgbClr val="F3F2F1"/>
            </a:solidFill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defTabSz="1809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671344"/>
                </a:buClr>
                <a:buSzPct val="80000"/>
                <a:buFontTx/>
                <a:buNone/>
                <a:tabLst>
                  <a:tab pos="180975" algn="l"/>
                  <a:tab pos="360363" algn="l"/>
                </a:tabLst>
                <a:defRPr/>
              </a:pPr>
              <a:r>
                <a:rPr kumimoji="0" lang="de-DE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Plus Jakarta Sans Medium" pitchFamily="2" charset="77"/>
                </a:rPr>
                <a:t>Entwurf</a:t>
              </a:r>
            </a:p>
          </p:txBody>
        </p:sp>
        <p:sp>
          <p:nvSpPr>
            <p:cNvPr id="19" name="TextBox 15">
              <a:extLst>
                <a:ext uri="{FF2B5EF4-FFF2-40B4-BE49-F238E27FC236}">
                  <a16:creationId xmlns:a16="http://schemas.microsoft.com/office/drawing/2014/main" id="{076270A0-5AE2-3960-95D5-07A9F2253A5D}"/>
                </a:ext>
              </a:extLst>
            </p:cNvPr>
            <p:cNvSpPr txBox="1"/>
            <p:nvPr/>
          </p:nvSpPr>
          <p:spPr>
            <a:xfrm>
              <a:off x="13662625" y="1929226"/>
              <a:ext cx="546374" cy="136662"/>
            </a:xfrm>
            <a:prstGeom prst="rect">
              <a:avLst/>
            </a:prstGeom>
            <a:solidFill>
              <a:srgbClr val="F3F2F1"/>
            </a:solidFill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defTabSz="1809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671344"/>
                </a:buClr>
                <a:buSzPct val="80000"/>
                <a:buFontTx/>
                <a:buNone/>
                <a:tabLst>
                  <a:tab pos="180975" algn="l"/>
                  <a:tab pos="360363" algn="l"/>
                </a:tabLst>
                <a:defRPr/>
              </a:pPr>
              <a:r>
                <a:rPr kumimoji="0" lang="de-DE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Plus Jakarta Sans Medium" pitchFamily="2" charset="77"/>
                </a:rPr>
                <a:t> Absatz</a:t>
              </a:r>
            </a:p>
          </p:txBody>
        </p:sp>
        <p:sp>
          <p:nvSpPr>
            <p:cNvPr id="20" name="Oval 13">
              <a:extLst>
                <a:ext uri="{FF2B5EF4-FFF2-40B4-BE49-F238E27FC236}">
                  <a16:creationId xmlns:a16="http://schemas.microsoft.com/office/drawing/2014/main" id="{388C0E96-51C7-5B77-CA84-9A1B9C8D53DB}"/>
                </a:ext>
              </a:extLst>
            </p:cNvPr>
            <p:cNvSpPr/>
            <p:nvPr/>
          </p:nvSpPr>
          <p:spPr>
            <a:xfrm>
              <a:off x="13370811" y="1246261"/>
              <a:ext cx="407914" cy="407914"/>
            </a:xfrm>
            <a:prstGeom prst="ellipse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Plus Jakarta Sans Medium" pitchFamily="2" charset="77"/>
              </a:endParaRPr>
            </a:p>
          </p:txBody>
        </p:sp>
      </p:grpSp>
      <p:sp>
        <p:nvSpPr>
          <p:cNvPr id="24" name="Textplatzhalter 12">
            <a:extLst>
              <a:ext uri="{FF2B5EF4-FFF2-40B4-BE49-F238E27FC236}">
                <a16:creationId xmlns:a16="http://schemas.microsoft.com/office/drawing/2014/main" id="{20A7A766-4461-F843-CC2F-590DF4EA32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6076" y="6308725"/>
            <a:ext cx="6300788" cy="252413"/>
          </a:xfrm>
        </p:spPr>
        <p:txBody>
          <a:bodyPr anchor="ctr"/>
          <a:lstStyle>
            <a:lvl1pPr marL="0" indent="0" rtl="0">
              <a:spcAft>
                <a:spcPts val="0"/>
              </a:spcAft>
              <a:buNone/>
              <a:defRPr sz="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27208885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Text + Bild (klei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203144A-7A8B-EDC0-40D4-2E9C016405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975900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03144A-7A8B-EDC0-40D4-2E9C016405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Bildplatzhalter 23">
            <a:extLst>
              <a:ext uri="{FF2B5EF4-FFF2-40B4-BE49-F238E27FC236}">
                <a16:creationId xmlns:a16="http://schemas.microsoft.com/office/drawing/2014/main" id="{642C6A46-F2C5-3484-CA92-E2C79C2A9F3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91250" y="1484313"/>
            <a:ext cx="5665787" cy="4833798"/>
          </a:xfrm>
          <a:custGeom>
            <a:avLst/>
            <a:gdLst>
              <a:gd name="connsiteX0" fmla="*/ 898510 w 5665787"/>
              <a:gd name="connsiteY0" fmla="*/ 3925789 h 4824297"/>
              <a:gd name="connsiteX1" fmla="*/ 1796959 w 5665787"/>
              <a:gd name="connsiteY1" fmla="*/ 3925789 h 4824297"/>
              <a:gd name="connsiteX2" fmla="*/ 1796959 w 5665787"/>
              <a:gd name="connsiteY2" fmla="*/ 4824269 h 4824297"/>
              <a:gd name="connsiteX3" fmla="*/ 1803400 w 5665787"/>
              <a:gd name="connsiteY3" fmla="*/ 4824269 h 4824297"/>
              <a:gd name="connsiteX4" fmla="*/ 1803400 w 5665787"/>
              <a:gd name="connsiteY4" fmla="*/ 4824297 h 4824297"/>
              <a:gd name="connsiteX5" fmla="*/ 898510 w 5665787"/>
              <a:gd name="connsiteY5" fmla="*/ 4824269 h 4824297"/>
              <a:gd name="connsiteX6" fmla="*/ 5665787 w 5665787"/>
              <a:gd name="connsiteY6" fmla="*/ 0 h 4824297"/>
              <a:gd name="connsiteX7" fmla="*/ 5665787 w 5665787"/>
              <a:gd name="connsiteY7" fmla="*/ 4002088 h 4824297"/>
              <a:gd name="connsiteX8" fmla="*/ 5665123 w 5665787"/>
              <a:gd name="connsiteY8" fmla="*/ 4002088 h 4824297"/>
              <a:gd name="connsiteX9" fmla="*/ 5665123 w 5665787"/>
              <a:gd name="connsiteY9" fmla="*/ 3925748 h 4824297"/>
              <a:gd name="connsiteX10" fmla="*/ 1796990 w 5665787"/>
              <a:gd name="connsiteY10" fmla="*/ 3925748 h 4824297"/>
              <a:gd name="connsiteX11" fmla="*/ 1796990 w 5665787"/>
              <a:gd name="connsiteY11" fmla="*/ 3027268 h 4824297"/>
              <a:gd name="connsiteX12" fmla="*/ 898479 w 5665787"/>
              <a:gd name="connsiteY12" fmla="*/ 3027268 h 4824297"/>
              <a:gd name="connsiteX13" fmla="*/ 898479 w 5665787"/>
              <a:gd name="connsiteY13" fmla="*/ 3925748 h 4824297"/>
              <a:gd name="connsiteX14" fmla="*/ 0 w 5665787"/>
              <a:gd name="connsiteY14" fmla="*/ 3925748 h 4824297"/>
              <a:gd name="connsiteX15" fmla="*/ 0 w 5665787"/>
              <a:gd name="connsiteY15" fmla="*/ 3026968 h 4824297"/>
              <a:gd name="connsiteX16" fmla="*/ 898510 w 5665787"/>
              <a:gd name="connsiteY16" fmla="*/ 3026968 h 4824297"/>
              <a:gd name="connsiteX17" fmla="*/ 898510 w 5665787"/>
              <a:gd name="connsiteY17" fmla="*/ 2 h 4824297"/>
              <a:gd name="connsiteX0" fmla="*/ 898510 w 5665787"/>
              <a:gd name="connsiteY0" fmla="*/ 3925789 h 4824297"/>
              <a:gd name="connsiteX1" fmla="*/ 1796959 w 5665787"/>
              <a:gd name="connsiteY1" fmla="*/ 3925789 h 4824297"/>
              <a:gd name="connsiteX2" fmla="*/ 1796959 w 5665787"/>
              <a:gd name="connsiteY2" fmla="*/ 4824269 h 4824297"/>
              <a:gd name="connsiteX3" fmla="*/ 1803400 w 5665787"/>
              <a:gd name="connsiteY3" fmla="*/ 4824269 h 4824297"/>
              <a:gd name="connsiteX4" fmla="*/ 1803400 w 5665787"/>
              <a:gd name="connsiteY4" fmla="*/ 4824297 h 4824297"/>
              <a:gd name="connsiteX5" fmla="*/ 898510 w 5665787"/>
              <a:gd name="connsiteY5" fmla="*/ 4824269 h 4824297"/>
              <a:gd name="connsiteX6" fmla="*/ 898510 w 5665787"/>
              <a:gd name="connsiteY6" fmla="*/ 3925789 h 4824297"/>
              <a:gd name="connsiteX7" fmla="*/ 5665787 w 5665787"/>
              <a:gd name="connsiteY7" fmla="*/ 0 h 4824297"/>
              <a:gd name="connsiteX8" fmla="*/ 5665787 w 5665787"/>
              <a:gd name="connsiteY8" fmla="*/ 4002088 h 4824297"/>
              <a:gd name="connsiteX9" fmla="*/ 5665123 w 5665787"/>
              <a:gd name="connsiteY9" fmla="*/ 3925748 h 4824297"/>
              <a:gd name="connsiteX10" fmla="*/ 1796990 w 5665787"/>
              <a:gd name="connsiteY10" fmla="*/ 3925748 h 4824297"/>
              <a:gd name="connsiteX11" fmla="*/ 1796990 w 5665787"/>
              <a:gd name="connsiteY11" fmla="*/ 3027268 h 4824297"/>
              <a:gd name="connsiteX12" fmla="*/ 898479 w 5665787"/>
              <a:gd name="connsiteY12" fmla="*/ 3027268 h 4824297"/>
              <a:gd name="connsiteX13" fmla="*/ 898479 w 5665787"/>
              <a:gd name="connsiteY13" fmla="*/ 3925748 h 4824297"/>
              <a:gd name="connsiteX14" fmla="*/ 0 w 5665787"/>
              <a:gd name="connsiteY14" fmla="*/ 3925748 h 4824297"/>
              <a:gd name="connsiteX15" fmla="*/ 0 w 5665787"/>
              <a:gd name="connsiteY15" fmla="*/ 3026968 h 4824297"/>
              <a:gd name="connsiteX16" fmla="*/ 898510 w 5665787"/>
              <a:gd name="connsiteY16" fmla="*/ 3026968 h 4824297"/>
              <a:gd name="connsiteX17" fmla="*/ 898510 w 5665787"/>
              <a:gd name="connsiteY17" fmla="*/ 2 h 4824297"/>
              <a:gd name="connsiteX18" fmla="*/ 5665787 w 5665787"/>
              <a:gd name="connsiteY18" fmla="*/ 0 h 4824297"/>
              <a:gd name="connsiteX0" fmla="*/ 898510 w 5665787"/>
              <a:gd name="connsiteY0" fmla="*/ 3925789 h 4824297"/>
              <a:gd name="connsiteX1" fmla="*/ 1796959 w 5665787"/>
              <a:gd name="connsiteY1" fmla="*/ 3925789 h 4824297"/>
              <a:gd name="connsiteX2" fmla="*/ 1796959 w 5665787"/>
              <a:gd name="connsiteY2" fmla="*/ 4824269 h 4824297"/>
              <a:gd name="connsiteX3" fmla="*/ 1803400 w 5665787"/>
              <a:gd name="connsiteY3" fmla="*/ 4824269 h 4824297"/>
              <a:gd name="connsiteX4" fmla="*/ 1803400 w 5665787"/>
              <a:gd name="connsiteY4" fmla="*/ 4824297 h 4824297"/>
              <a:gd name="connsiteX5" fmla="*/ 898510 w 5665787"/>
              <a:gd name="connsiteY5" fmla="*/ 4824269 h 4824297"/>
              <a:gd name="connsiteX6" fmla="*/ 898510 w 5665787"/>
              <a:gd name="connsiteY6" fmla="*/ 3925789 h 4824297"/>
              <a:gd name="connsiteX7" fmla="*/ 5665787 w 5665787"/>
              <a:gd name="connsiteY7" fmla="*/ 0 h 4824297"/>
              <a:gd name="connsiteX8" fmla="*/ 5665123 w 5665787"/>
              <a:gd name="connsiteY8" fmla="*/ 3925748 h 4824297"/>
              <a:gd name="connsiteX9" fmla="*/ 1796990 w 5665787"/>
              <a:gd name="connsiteY9" fmla="*/ 3925748 h 4824297"/>
              <a:gd name="connsiteX10" fmla="*/ 1796990 w 5665787"/>
              <a:gd name="connsiteY10" fmla="*/ 3027268 h 4824297"/>
              <a:gd name="connsiteX11" fmla="*/ 898479 w 5665787"/>
              <a:gd name="connsiteY11" fmla="*/ 3027268 h 4824297"/>
              <a:gd name="connsiteX12" fmla="*/ 898479 w 5665787"/>
              <a:gd name="connsiteY12" fmla="*/ 3925748 h 4824297"/>
              <a:gd name="connsiteX13" fmla="*/ 0 w 5665787"/>
              <a:gd name="connsiteY13" fmla="*/ 3925748 h 4824297"/>
              <a:gd name="connsiteX14" fmla="*/ 0 w 5665787"/>
              <a:gd name="connsiteY14" fmla="*/ 3026968 h 4824297"/>
              <a:gd name="connsiteX15" fmla="*/ 898510 w 5665787"/>
              <a:gd name="connsiteY15" fmla="*/ 3026968 h 4824297"/>
              <a:gd name="connsiteX16" fmla="*/ 898510 w 5665787"/>
              <a:gd name="connsiteY16" fmla="*/ 2 h 4824297"/>
              <a:gd name="connsiteX17" fmla="*/ 5665787 w 5665787"/>
              <a:gd name="connsiteY17" fmla="*/ 0 h 4824297"/>
              <a:gd name="connsiteX0" fmla="*/ 898510 w 5665787"/>
              <a:gd name="connsiteY0" fmla="*/ 3925789 h 4827448"/>
              <a:gd name="connsiteX1" fmla="*/ 1796959 w 5665787"/>
              <a:gd name="connsiteY1" fmla="*/ 3925789 h 4827448"/>
              <a:gd name="connsiteX2" fmla="*/ 1796959 w 5665787"/>
              <a:gd name="connsiteY2" fmla="*/ 4824269 h 4827448"/>
              <a:gd name="connsiteX3" fmla="*/ 1803400 w 5665787"/>
              <a:gd name="connsiteY3" fmla="*/ 4824269 h 4827448"/>
              <a:gd name="connsiteX4" fmla="*/ 1803400 w 5665787"/>
              <a:gd name="connsiteY4" fmla="*/ 4824297 h 4827448"/>
              <a:gd name="connsiteX5" fmla="*/ 898510 w 5665787"/>
              <a:gd name="connsiteY5" fmla="*/ 4824269 h 4827448"/>
              <a:gd name="connsiteX6" fmla="*/ 898510 w 5665787"/>
              <a:gd name="connsiteY6" fmla="*/ 3925789 h 4827448"/>
              <a:gd name="connsiteX7" fmla="*/ 5665787 w 5665787"/>
              <a:gd name="connsiteY7" fmla="*/ 0 h 4827448"/>
              <a:gd name="connsiteX8" fmla="*/ 5665123 w 5665787"/>
              <a:gd name="connsiteY8" fmla="*/ 3925748 h 4827448"/>
              <a:gd name="connsiteX9" fmla="*/ 1796990 w 5665787"/>
              <a:gd name="connsiteY9" fmla="*/ 4827448 h 4827448"/>
              <a:gd name="connsiteX10" fmla="*/ 1796990 w 5665787"/>
              <a:gd name="connsiteY10" fmla="*/ 3027268 h 4827448"/>
              <a:gd name="connsiteX11" fmla="*/ 898479 w 5665787"/>
              <a:gd name="connsiteY11" fmla="*/ 3027268 h 4827448"/>
              <a:gd name="connsiteX12" fmla="*/ 898479 w 5665787"/>
              <a:gd name="connsiteY12" fmla="*/ 3925748 h 4827448"/>
              <a:gd name="connsiteX13" fmla="*/ 0 w 5665787"/>
              <a:gd name="connsiteY13" fmla="*/ 3925748 h 4827448"/>
              <a:gd name="connsiteX14" fmla="*/ 0 w 5665787"/>
              <a:gd name="connsiteY14" fmla="*/ 3026968 h 4827448"/>
              <a:gd name="connsiteX15" fmla="*/ 898510 w 5665787"/>
              <a:gd name="connsiteY15" fmla="*/ 3026968 h 4827448"/>
              <a:gd name="connsiteX16" fmla="*/ 898510 w 5665787"/>
              <a:gd name="connsiteY16" fmla="*/ 2 h 4827448"/>
              <a:gd name="connsiteX17" fmla="*/ 5665787 w 5665787"/>
              <a:gd name="connsiteY17" fmla="*/ 0 h 4827448"/>
              <a:gd name="connsiteX0" fmla="*/ 898510 w 5665787"/>
              <a:gd name="connsiteY0" fmla="*/ 3925789 h 4833798"/>
              <a:gd name="connsiteX1" fmla="*/ 1796959 w 5665787"/>
              <a:gd name="connsiteY1" fmla="*/ 3925789 h 4833798"/>
              <a:gd name="connsiteX2" fmla="*/ 1796959 w 5665787"/>
              <a:gd name="connsiteY2" fmla="*/ 4824269 h 4833798"/>
              <a:gd name="connsiteX3" fmla="*/ 1803400 w 5665787"/>
              <a:gd name="connsiteY3" fmla="*/ 4824269 h 4833798"/>
              <a:gd name="connsiteX4" fmla="*/ 1803400 w 5665787"/>
              <a:gd name="connsiteY4" fmla="*/ 4824297 h 4833798"/>
              <a:gd name="connsiteX5" fmla="*/ 898510 w 5665787"/>
              <a:gd name="connsiteY5" fmla="*/ 4824269 h 4833798"/>
              <a:gd name="connsiteX6" fmla="*/ 898510 w 5665787"/>
              <a:gd name="connsiteY6" fmla="*/ 3925789 h 4833798"/>
              <a:gd name="connsiteX7" fmla="*/ 5665787 w 5665787"/>
              <a:gd name="connsiteY7" fmla="*/ 0 h 4833798"/>
              <a:gd name="connsiteX8" fmla="*/ 5665123 w 5665787"/>
              <a:gd name="connsiteY8" fmla="*/ 4833798 h 4833798"/>
              <a:gd name="connsiteX9" fmla="*/ 1796990 w 5665787"/>
              <a:gd name="connsiteY9" fmla="*/ 4827448 h 4833798"/>
              <a:gd name="connsiteX10" fmla="*/ 1796990 w 5665787"/>
              <a:gd name="connsiteY10" fmla="*/ 3027268 h 4833798"/>
              <a:gd name="connsiteX11" fmla="*/ 898479 w 5665787"/>
              <a:gd name="connsiteY11" fmla="*/ 3027268 h 4833798"/>
              <a:gd name="connsiteX12" fmla="*/ 898479 w 5665787"/>
              <a:gd name="connsiteY12" fmla="*/ 3925748 h 4833798"/>
              <a:gd name="connsiteX13" fmla="*/ 0 w 5665787"/>
              <a:gd name="connsiteY13" fmla="*/ 3925748 h 4833798"/>
              <a:gd name="connsiteX14" fmla="*/ 0 w 5665787"/>
              <a:gd name="connsiteY14" fmla="*/ 3026968 h 4833798"/>
              <a:gd name="connsiteX15" fmla="*/ 898510 w 5665787"/>
              <a:gd name="connsiteY15" fmla="*/ 3026968 h 4833798"/>
              <a:gd name="connsiteX16" fmla="*/ 898510 w 5665787"/>
              <a:gd name="connsiteY16" fmla="*/ 2 h 4833798"/>
              <a:gd name="connsiteX17" fmla="*/ 5665787 w 5665787"/>
              <a:gd name="connsiteY17" fmla="*/ 0 h 4833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665787" h="4833798">
                <a:moveTo>
                  <a:pt x="898510" y="3925789"/>
                </a:moveTo>
                <a:lnTo>
                  <a:pt x="1796959" y="3925789"/>
                </a:lnTo>
                <a:lnTo>
                  <a:pt x="1796959" y="4824269"/>
                </a:lnTo>
                <a:lnTo>
                  <a:pt x="1803400" y="4824269"/>
                </a:lnTo>
                <a:lnTo>
                  <a:pt x="1803400" y="4824297"/>
                </a:lnTo>
                <a:lnTo>
                  <a:pt x="898510" y="4824269"/>
                </a:lnTo>
                <a:lnTo>
                  <a:pt x="898510" y="3925789"/>
                </a:lnTo>
                <a:close/>
                <a:moveTo>
                  <a:pt x="5665787" y="0"/>
                </a:moveTo>
                <a:cubicBezTo>
                  <a:pt x="5665566" y="1308583"/>
                  <a:pt x="5665344" y="3525215"/>
                  <a:pt x="5665123" y="4833798"/>
                </a:cubicBezTo>
                <a:lnTo>
                  <a:pt x="1796990" y="4827448"/>
                </a:lnTo>
                <a:lnTo>
                  <a:pt x="1796990" y="3027268"/>
                </a:lnTo>
                <a:lnTo>
                  <a:pt x="898479" y="3027268"/>
                </a:lnTo>
                <a:lnTo>
                  <a:pt x="898479" y="3925748"/>
                </a:lnTo>
                <a:lnTo>
                  <a:pt x="0" y="3925748"/>
                </a:lnTo>
                <a:lnTo>
                  <a:pt x="0" y="3026968"/>
                </a:lnTo>
                <a:lnTo>
                  <a:pt x="898510" y="3026968"/>
                </a:lnTo>
                <a:lnTo>
                  <a:pt x="898510" y="2"/>
                </a:lnTo>
                <a:lnTo>
                  <a:pt x="5665787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DD6FEAC-64E7-8B27-3FB3-40FBCEACF6E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4963" y="1484313"/>
            <a:ext cx="5614987" cy="48244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6C4D48B2-5590-DEFE-93EB-BC4000C8CA1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5459" y="917260"/>
            <a:ext cx="9418027" cy="258763"/>
          </a:xfrm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3DCE9C07-22D4-C8C5-D270-884920D14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23" y="273685"/>
            <a:ext cx="9424977" cy="624839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26" name="Fußzeilenplatzhalter 15">
            <a:extLst>
              <a:ext uri="{FF2B5EF4-FFF2-40B4-BE49-F238E27FC236}">
                <a16:creationId xmlns:a16="http://schemas.microsoft.com/office/drawing/2014/main" id="{3691E04E-86E1-B254-41F1-8A5198F136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27" name="Foliennummernplatzhalter 16">
            <a:extLst>
              <a:ext uri="{FF2B5EF4-FFF2-40B4-BE49-F238E27FC236}">
                <a16:creationId xmlns:a16="http://schemas.microsoft.com/office/drawing/2014/main" id="{BAF2AC07-CDE3-498F-F40B-9E359ADFB8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2" name="Group 32">
            <a:extLst>
              <a:ext uri="{FF2B5EF4-FFF2-40B4-BE49-F238E27FC236}">
                <a16:creationId xmlns:a16="http://schemas.microsoft.com/office/drawing/2014/main" id="{D5DAAFB6-04E2-949F-37F6-36E6DD0F196F}"/>
              </a:ext>
            </a:extLst>
          </p:cNvPr>
          <p:cNvGrpSpPr/>
          <p:nvPr userDrawn="1"/>
        </p:nvGrpSpPr>
        <p:grpSpPr>
          <a:xfrm>
            <a:off x="12334651" y="898524"/>
            <a:ext cx="2238375" cy="5662614"/>
            <a:chOff x="12455525" y="1"/>
            <a:chExt cx="2238375" cy="5662614"/>
          </a:xfrm>
        </p:grpSpPr>
        <p:sp>
          <p:nvSpPr>
            <p:cNvPr id="3" name="Rectangle 7">
              <a:extLst>
                <a:ext uri="{FF2B5EF4-FFF2-40B4-BE49-F238E27FC236}">
                  <a16:creationId xmlns:a16="http://schemas.microsoft.com/office/drawing/2014/main" id="{B77953E4-C7AD-98A4-BFB1-3531F676A192}"/>
                </a:ext>
              </a:extLst>
            </p:cNvPr>
            <p:cNvSpPr/>
            <p:nvPr/>
          </p:nvSpPr>
          <p:spPr>
            <a:xfrm>
              <a:off x="12455525" y="1"/>
              <a:ext cx="2238375" cy="5662614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44000" tIns="108000" rIns="144000" bIns="108000"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Plus Jakarta Sans ExtraBold" pitchFamily="2" charset="77"/>
                </a:rPr>
                <a:t>Hinweis zum </a:t>
              </a:r>
              <a:br>
                <a:rPr kumimoji="0" lang="de-DE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Plus Jakarta Sans ExtraBold" pitchFamily="2" charset="77"/>
                </a:rPr>
              </a:br>
              <a:r>
                <a:rPr kumimoji="0" lang="de-DE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Plus Jakarta Sans ExtraBold" pitchFamily="2" charset="77"/>
                </a:rPr>
                <a:t>schnellen Formatieren von Texten: 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ExtraBold" pitchFamily="2" charset="7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ExtraBold" pitchFamily="2" charset="7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br>
                <a:rPr kumimoji="0" lang="de-DE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Plus Jakarta Sans ExtraBold" pitchFamily="2" charset="77"/>
                </a:rPr>
              </a:br>
              <a:endPara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ExtraBold" pitchFamily="2" charset="7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ExtraBold" pitchFamily="2" charset="7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ExtraBold" pitchFamily="2" charset="7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ExtraBold" pitchFamily="2" charset="7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ExtraBold" pitchFamily="2" charset="7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Plus Jakarta Sans ExtraBold" pitchFamily="2" charset="77"/>
                </a:rPr>
                <a:t>Absatz-Zeichen</a:t>
              </a:r>
              <a:r>
                <a:rPr kumimoji="0" lang="de-DE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Plus Jakarta Sans Medium" pitchFamily="2" charset="77"/>
                </a:rPr>
                <a:t> nutzen, um zwischen diesen vorprogrammierten Textebenen zu wechseln: </a:t>
              </a:r>
            </a:p>
          </p:txBody>
        </p:sp>
        <p:sp>
          <p:nvSpPr>
            <p:cNvPr id="5" name="Textplatzhalter 45">
              <a:extLst>
                <a:ext uri="{FF2B5EF4-FFF2-40B4-BE49-F238E27FC236}">
                  <a16:creationId xmlns:a16="http://schemas.microsoft.com/office/drawing/2014/main" id="{D4A79157-22E9-7555-335A-7E97EC688DA9}"/>
                </a:ext>
              </a:extLst>
            </p:cNvPr>
            <p:cNvSpPr txBox="1">
              <a:spLocks/>
            </p:cNvSpPr>
            <p:nvPr/>
          </p:nvSpPr>
          <p:spPr>
            <a:xfrm>
              <a:off x="12623256" y="3657603"/>
              <a:ext cx="1617312" cy="1403350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671344"/>
                </a:buClr>
                <a:buSzPct val="80000"/>
                <a:buFont typeface="Wingdings" panose="05000000000000000000" pitchFamily="2" charset="2"/>
                <a:buChar char="§"/>
                <a:defRPr lang="de-DE" sz="1400" kern="1200" dirty="0" smtClean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1pPr>
              <a:lvl2pPr marL="358775" indent="-17938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lang="de-DE" sz="1400" kern="1200" dirty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2pPr>
              <a:lvl3pPr marL="540000" indent="-17938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lang="de-DE" sz="1400" kern="1200" dirty="0" smtClean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3pPr>
              <a:lvl4pPr marL="180975" indent="-18097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lang="de-DE" sz="1400" kern="1200" dirty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4pPr>
              <a:lvl5pPr marL="358775" indent="-17938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tx2"/>
                </a:buClr>
                <a:buFont typeface="+mj-lt"/>
                <a:buAutoNum type="alphaLcPeriod"/>
                <a:tabLst/>
                <a:defRPr lang="de-DE" sz="1400" b="0" kern="1200" dirty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5pPr>
              <a:lvl6pPr marL="540000" indent="-17938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tx2"/>
                </a:buClr>
                <a:buFont typeface="+mj-lt"/>
                <a:buAutoNum type="alphaLcPeriod"/>
                <a:defRPr lang="de-DE" sz="1400" b="0" kern="1200" dirty="0" smtClean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1000"/>
                </a:spcAft>
                <a:buFont typeface="+mj-lt"/>
                <a:buNone/>
                <a:defRPr lang="de-DE" sz="1400" b="1" kern="1200" dirty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Font typeface="+mj-lt"/>
                <a:buNone/>
                <a:defRPr lang="de-DE" sz="1400" kern="1200" dirty="0" smtClean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sz="1800" b="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6213" marR="0" lvl="0" indent="-176213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5"/>
                </a:buBlip>
                <a:tabLst/>
                <a:defRPr/>
              </a:pPr>
              <a:r>
                <a:rPr kumimoji="0" lang="de-DE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Mastertextformat bearbeiten</a:t>
              </a:r>
            </a:p>
            <a:p>
              <a:pPr marL="360363" marR="0" lvl="1" indent="-1841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de-DE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Zweite Ebene</a:t>
              </a:r>
            </a:p>
            <a:p>
              <a:pPr marL="541338" marR="0" lvl="2" indent="-180975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Symbol" panose="05050102010706020507" pitchFamily="18" charset="2"/>
                <a:buChar char="-"/>
                <a:tabLst/>
                <a:defRPr/>
              </a:pPr>
              <a:r>
                <a:rPr kumimoji="0" lang="de-DE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Dritte Ebene</a:t>
              </a:r>
            </a:p>
            <a:p>
              <a:pPr marL="176213" marR="0" lvl="3" indent="-176213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Blip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</a:buBlip>
                <a:tabLst/>
                <a:defRPr/>
              </a:pPr>
              <a:r>
                <a:rPr kumimoji="0" lang="de-DE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Vierte Ebene</a:t>
              </a:r>
            </a:p>
            <a:p>
              <a:pPr marL="0" marR="0" lvl="4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de-DE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E4072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Fünfte Ebene</a:t>
              </a:r>
            </a:p>
          </p:txBody>
        </p:sp>
        <p:grpSp>
          <p:nvGrpSpPr>
            <p:cNvPr id="6" name="Group 9">
              <a:extLst>
                <a:ext uri="{FF2B5EF4-FFF2-40B4-BE49-F238E27FC236}">
                  <a16:creationId xmlns:a16="http://schemas.microsoft.com/office/drawing/2014/main" id="{90D3B5C4-0B74-7105-4CC7-EF6343D1DF40}"/>
                </a:ext>
              </a:extLst>
            </p:cNvPr>
            <p:cNvGrpSpPr/>
            <p:nvPr/>
          </p:nvGrpSpPr>
          <p:grpSpPr>
            <a:xfrm>
              <a:off x="12656430" y="1089171"/>
              <a:ext cx="1584137" cy="987131"/>
              <a:chOff x="3838574" y="-1487553"/>
              <a:chExt cx="1819275" cy="1133654"/>
            </a:xfrm>
          </p:grpSpPr>
          <p:pic>
            <p:nvPicPr>
              <p:cNvPr id="16" name="Picture 16">
                <a:extLst>
                  <a:ext uri="{FF2B5EF4-FFF2-40B4-BE49-F238E27FC236}">
                    <a16:creationId xmlns:a16="http://schemas.microsoft.com/office/drawing/2014/main" id="{D20D8D7A-8365-8D26-CAEB-83871CD3C26E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8"/>
              <a:srcRect l="1776" t="2586" r="73195" b="4443"/>
              <a:stretch/>
            </p:blipFill>
            <p:spPr>
              <a:xfrm>
                <a:off x="3838574" y="-1487553"/>
                <a:ext cx="1819275" cy="1133654"/>
              </a:xfrm>
              <a:prstGeom prst="rect">
                <a:avLst/>
              </a:prstGeom>
              <a:ln>
                <a:solidFill>
                  <a:srgbClr val="000000"/>
                </a:solidFill>
              </a:ln>
            </p:spPr>
          </p:pic>
          <p:pic>
            <p:nvPicPr>
              <p:cNvPr id="17" name="Picture 17">
                <a:extLst>
                  <a:ext uri="{FF2B5EF4-FFF2-40B4-BE49-F238E27FC236}">
                    <a16:creationId xmlns:a16="http://schemas.microsoft.com/office/drawing/2014/main" id="{186BCDDE-4A90-ACE9-D915-C97E20D2CB74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8"/>
              <a:srcRect l="56567" t="30796" r="19234"/>
              <a:stretch/>
            </p:blipFill>
            <p:spPr>
              <a:xfrm>
                <a:off x="3838574" y="-1197759"/>
                <a:ext cx="1758949" cy="843860"/>
              </a:xfrm>
              <a:prstGeom prst="rect">
                <a:avLst/>
              </a:prstGeom>
            </p:spPr>
          </p:pic>
          <p:sp>
            <p:nvSpPr>
              <p:cNvPr id="18" name="Rectangle 18">
                <a:extLst>
                  <a:ext uri="{FF2B5EF4-FFF2-40B4-BE49-F238E27FC236}">
                    <a16:creationId xmlns:a16="http://schemas.microsoft.com/office/drawing/2014/main" id="{DEB6D322-D399-9DCB-262A-B2B341D4648A}"/>
                  </a:ext>
                </a:extLst>
              </p:cNvPr>
              <p:cNvSpPr/>
              <p:nvPr userDrawn="1"/>
            </p:nvSpPr>
            <p:spPr>
              <a:xfrm>
                <a:off x="5517931" y="-1487553"/>
                <a:ext cx="139917" cy="983056"/>
              </a:xfrm>
              <a:prstGeom prst="rect">
                <a:avLst/>
              </a:prstGeom>
              <a:solidFill>
                <a:srgbClr val="F3F2F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Plus Jakarta Sans Medium" pitchFamily="2" charset="77"/>
                </a:endParaRPr>
              </a:p>
            </p:txBody>
          </p:sp>
        </p:grpSp>
        <p:sp>
          <p:nvSpPr>
            <p:cNvPr id="7" name="Arc 11">
              <a:extLst>
                <a:ext uri="{FF2B5EF4-FFF2-40B4-BE49-F238E27FC236}">
                  <a16:creationId xmlns:a16="http://schemas.microsoft.com/office/drawing/2014/main" id="{A4972940-127A-578B-0CA8-8A8BC7F225D2}"/>
                </a:ext>
              </a:extLst>
            </p:cNvPr>
            <p:cNvSpPr/>
            <p:nvPr/>
          </p:nvSpPr>
          <p:spPr>
            <a:xfrm rot="15649404">
              <a:off x="12562252" y="1598191"/>
              <a:ext cx="2019300" cy="1666765"/>
            </a:xfrm>
            <a:prstGeom prst="arc">
              <a:avLst>
                <a:gd name="adj1" fmla="val 17273960"/>
                <a:gd name="adj2" fmla="val 0"/>
              </a:avLst>
            </a:prstGeom>
            <a:noFill/>
            <a:ln w="25400" cap="flat" cmpd="sng" algn="ctr">
              <a:solidFill>
                <a:schemeClr val="accent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Plus Jakarta Sans Medium" pitchFamily="2" charset="77"/>
              </a:endParaRPr>
            </a:p>
          </p:txBody>
        </p:sp>
        <p:sp>
          <p:nvSpPr>
            <p:cNvPr id="11" name="TextBox 12">
              <a:extLst>
                <a:ext uri="{FF2B5EF4-FFF2-40B4-BE49-F238E27FC236}">
                  <a16:creationId xmlns:a16="http://schemas.microsoft.com/office/drawing/2014/main" id="{465E9E64-C1C7-4709-BB0A-B56BC6792C5A}"/>
                </a:ext>
              </a:extLst>
            </p:cNvPr>
            <p:cNvSpPr txBox="1"/>
            <p:nvPr/>
          </p:nvSpPr>
          <p:spPr>
            <a:xfrm>
              <a:off x="12666422" y="1143850"/>
              <a:ext cx="398698" cy="103976"/>
            </a:xfrm>
            <a:prstGeom prst="rect">
              <a:avLst/>
            </a:prstGeom>
            <a:solidFill>
              <a:srgbClr val="F3F2F1"/>
            </a:solidFill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defTabSz="1809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671344"/>
                </a:buClr>
                <a:buSzPct val="80000"/>
                <a:buFontTx/>
                <a:buNone/>
                <a:tabLst>
                  <a:tab pos="180975" algn="l"/>
                  <a:tab pos="360363" algn="l"/>
                </a:tabLst>
                <a:defRPr/>
              </a:pPr>
              <a:r>
                <a:rPr kumimoji="0" lang="de-DE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Plus Jakarta Sans Medium" pitchFamily="2" charset="77"/>
                </a:rPr>
                <a:t> Start</a:t>
              </a:r>
            </a:p>
          </p:txBody>
        </p:sp>
        <p:sp>
          <p:nvSpPr>
            <p:cNvPr id="12" name="TextBox 13">
              <a:extLst>
                <a:ext uri="{FF2B5EF4-FFF2-40B4-BE49-F238E27FC236}">
                  <a16:creationId xmlns:a16="http://schemas.microsoft.com/office/drawing/2014/main" id="{2FEB3834-94B8-46EF-EAD3-31DD87E75265}"/>
                </a:ext>
              </a:extLst>
            </p:cNvPr>
            <p:cNvSpPr txBox="1"/>
            <p:nvPr/>
          </p:nvSpPr>
          <p:spPr>
            <a:xfrm>
              <a:off x="13167679" y="1143850"/>
              <a:ext cx="398698" cy="103976"/>
            </a:xfrm>
            <a:prstGeom prst="rect">
              <a:avLst/>
            </a:prstGeom>
            <a:solidFill>
              <a:srgbClr val="F3F2F1"/>
            </a:solidFill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defTabSz="1809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671344"/>
                </a:buClr>
                <a:buSzPct val="80000"/>
                <a:buFontTx/>
                <a:buNone/>
                <a:tabLst>
                  <a:tab pos="180975" algn="l"/>
                  <a:tab pos="360363" algn="l"/>
                </a:tabLst>
                <a:defRPr/>
              </a:pPr>
              <a:r>
                <a:rPr kumimoji="0" lang="de-DE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Plus Jakarta Sans Medium" pitchFamily="2" charset="77"/>
                </a:rPr>
                <a:t>Einfügen</a:t>
              </a:r>
            </a:p>
          </p:txBody>
        </p:sp>
        <p:sp>
          <p:nvSpPr>
            <p:cNvPr id="13" name="TextBox 14">
              <a:extLst>
                <a:ext uri="{FF2B5EF4-FFF2-40B4-BE49-F238E27FC236}">
                  <a16:creationId xmlns:a16="http://schemas.microsoft.com/office/drawing/2014/main" id="{A8D1D47F-808D-2F9F-5010-A106DC5EA36F}"/>
                </a:ext>
              </a:extLst>
            </p:cNvPr>
            <p:cNvSpPr txBox="1"/>
            <p:nvPr/>
          </p:nvSpPr>
          <p:spPr>
            <a:xfrm>
              <a:off x="13706533" y="1143850"/>
              <a:ext cx="398698" cy="103976"/>
            </a:xfrm>
            <a:prstGeom prst="rect">
              <a:avLst/>
            </a:prstGeom>
            <a:solidFill>
              <a:srgbClr val="F3F2F1"/>
            </a:solidFill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defTabSz="1809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671344"/>
                </a:buClr>
                <a:buSzPct val="80000"/>
                <a:buFontTx/>
                <a:buNone/>
                <a:tabLst>
                  <a:tab pos="180975" algn="l"/>
                  <a:tab pos="360363" algn="l"/>
                </a:tabLst>
                <a:defRPr/>
              </a:pPr>
              <a:r>
                <a:rPr kumimoji="0" lang="de-DE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Plus Jakarta Sans Medium" pitchFamily="2" charset="77"/>
                </a:rPr>
                <a:t>Entwurf</a:t>
              </a:r>
            </a:p>
          </p:txBody>
        </p:sp>
        <p:sp>
          <p:nvSpPr>
            <p:cNvPr id="14" name="TextBox 15">
              <a:extLst>
                <a:ext uri="{FF2B5EF4-FFF2-40B4-BE49-F238E27FC236}">
                  <a16:creationId xmlns:a16="http://schemas.microsoft.com/office/drawing/2014/main" id="{4DA20F70-958E-F760-F1C0-398B93F3E9F2}"/>
                </a:ext>
              </a:extLst>
            </p:cNvPr>
            <p:cNvSpPr txBox="1"/>
            <p:nvPr/>
          </p:nvSpPr>
          <p:spPr>
            <a:xfrm>
              <a:off x="13662625" y="1929226"/>
              <a:ext cx="546374" cy="136662"/>
            </a:xfrm>
            <a:prstGeom prst="rect">
              <a:avLst/>
            </a:prstGeom>
            <a:solidFill>
              <a:srgbClr val="F3F2F1"/>
            </a:solidFill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defTabSz="1809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671344"/>
                </a:buClr>
                <a:buSzPct val="80000"/>
                <a:buFontTx/>
                <a:buNone/>
                <a:tabLst>
                  <a:tab pos="180975" algn="l"/>
                  <a:tab pos="360363" algn="l"/>
                </a:tabLst>
                <a:defRPr/>
              </a:pPr>
              <a:r>
                <a:rPr kumimoji="0" lang="de-DE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Plus Jakarta Sans Medium" pitchFamily="2" charset="77"/>
                </a:rPr>
                <a:t> Absatz</a:t>
              </a:r>
            </a:p>
          </p:txBody>
        </p:sp>
        <p:sp>
          <p:nvSpPr>
            <p:cNvPr id="15" name="Oval 13">
              <a:extLst>
                <a:ext uri="{FF2B5EF4-FFF2-40B4-BE49-F238E27FC236}">
                  <a16:creationId xmlns:a16="http://schemas.microsoft.com/office/drawing/2014/main" id="{96043924-A3C3-87AD-AFC2-14DF6E193CCF}"/>
                </a:ext>
              </a:extLst>
            </p:cNvPr>
            <p:cNvSpPr/>
            <p:nvPr/>
          </p:nvSpPr>
          <p:spPr>
            <a:xfrm>
              <a:off x="13370811" y="1246261"/>
              <a:ext cx="407914" cy="407914"/>
            </a:xfrm>
            <a:prstGeom prst="ellipse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Plus Jakarta Sans Medium" pitchFamily="2" charset="77"/>
              </a:endParaRPr>
            </a:p>
          </p:txBody>
        </p:sp>
      </p:grpSp>
      <p:sp>
        <p:nvSpPr>
          <p:cNvPr id="19" name="Textplatzhalter 12">
            <a:extLst>
              <a:ext uri="{FF2B5EF4-FFF2-40B4-BE49-F238E27FC236}">
                <a16:creationId xmlns:a16="http://schemas.microsoft.com/office/drawing/2014/main" id="{D400042F-05F1-D176-C7A4-2A02966DE72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6076" y="6308725"/>
            <a:ext cx="11510962" cy="252413"/>
          </a:xfrm>
        </p:spPr>
        <p:txBody>
          <a:bodyPr anchor="ctr"/>
          <a:lstStyle>
            <a:lvl1pPr marL="0" indent="0" rtl="0">
              <a:spcAft>
                <a:spcPts val="0"/>
              </a:spcAft>
              <a:buNone/>
              <a:defRPr sz="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  <p:pic>
        <p:nvPicPr>
          <p:cNvPr id="20" name="Grafik 19" descr="Ein Bild, das Text, Schrift, Symbol, Logo enthält.&#10;&#10;Automatisch generierte Beschreibung">
            <a:extLst>
              <a:ext uri="{FF2B5EF4-FFF2-40B4-BE49-F238E27FC236}">
                <a16:creationId xmlns:a16="http://schemas.microsoft.com/office/drawing/2014/main" id="{C0C20A32-13DA-6AFE-F476-848CC06D9321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174" y="383229"/>
            <a:ext cx="2010258" cy="61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8103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8587EF3-1787-78E3-5B5A-6B79B487DEA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36101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8587EF3-1787-78E3-5B5A-6B79B487DE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Bildplatzhalter 19">
            <a:extLst>
              <a:ext uri="{FF2B5EF4-FFF2-40B4-BE49-F238E27FC236}">
                <a16:creationId xmlns:a16="http://schemas.microsoft.com/office/drawing/2014/main" id="{E67A23EF-4C68-2342-F969-570A08FFB57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4495" y="-15875"/>
            <a:ext cx="4839921" cy="6873875"/>
          </a:xfrm>
          <a:custGeom>
            <a:avLst/>
            <a:gdLst>
              <a:gd name="connsiteX0" fmla="*/ 4286377 w 6000750"/>
              <a:gd name="connsiteY0" fmla="*/ 3647787 h 4505325"/>
              <a:gd name="connsiteX1" fmla="*/ 4286377 w 6000750"/>
              <a:gd name="connsiteY1" fmla="*/ 4504977 h 4505325"/>
              <a:gd name="connsiteX2" fmla="*/ 5143567 w 6000750"/>
              <a:gd name="connsiteY2" fmla="*/ 4504977 h 4505325"/>
              <a:gd name="connsiteX3" fmla="*/ 5143567 w 6000750"/>
              <a:gd name="connsiteY3" fmla="*/ 3647787 h 4505325"/>
              <a:gd name="connsiteX4" fmla="*/ 0 w 6000750"/>
              <a:gd name="connsiteY4" fmla="*/ 0 h 4505325"/>
              <a:gd name="connsiteX5" fmla="*/ 5143566 w 6000750"/>
              <a:gd name="connsiteY5" fmla="*/ 0 h 4505325"/>
              <a:gd name="connsiteX6" fmla="*/ 5143566 w 6000750"/>
              <a:gd name="connsiteY6" fmla="*/ 3645561 h 4505325"/>
              <a:gd name="connsiteX7" fmla="*/ 6000017 w 6000750"/>
              <a:gd name="connsiteY7" fmla="*/ 3645561 h 4505325"/>
              <a:gd name="connsiteX8" fmla="*/ 6000017 w 6000750"/>
              <a:gd name="connsiteY8" fmla="*/ 0 h 4505325"/>
              <a:gd name="connsiteX9" fmla="*/ 6000750 w 6000750"/>
              <a:gd name="connsiteY9" fmla="*/ 0 h 4505325"/>
              <a:gd name="connsiteX10" fmla="*/ 6000750 w 6000750"/>
              <a:gd name="connsiteY10" fmla="*/ 4505325 h 4505325"/>
              <a:gd name="connsiteX11" fmla="*/ 0 w 6000750"/>
              <a:gd name="connsiteY11" fmla="*/ 4505325 h 4505325"/>
              <a:gd name="connsiteX0" fmla="*/ 4286377 w 6000750"/>
              <a:gd name="connsiteY0" fmla="*/ 3647787 h 4505325"/>
              <a:gd name="connsiteX1" fmla="*/ 4286377 w 6000750"/>
              <a:gd name="connsiteY1" fmla="*/ 4504977 h 4505325"/>
              <a:gd name="connsiteX2" fmla="*/ 5143567 w 6000750"/>
              <a:gd name="connsiteY2" fmla="*/ 4504977 h 4505325"/>
              <a:gd name="connsiteX3" fmla="*/ 5143567 w 6000750"/>
              <a:gd name="connsiteY3" fmla="*/ 3647787 h 4505325"/>
              <a:gd name="connsiteX4" fmla="*/ 4286377 w 6000750"/>
              <a:gd name="connsiteY4" fmla="*/ 3647787 h 4505325"/>
              <a:gd name="connsiteX5" fmla="*/ 0 w 6000750"/>
              <a:gd name="connsiteY5" fmla="*/ 0 h 4505325"/>
              <a:gd name="connsiteX6" fmla="*/ 5143566 w 6000750"/>
              <a:gd name="connsiteY6" fmla="*/ 0 h 4505325"/>
              <a:gd name="connsiteX7" fmla="*/ 5143566 w 6000750"/>
              <a:gd name="connsiteY7" fmla="*/ 3645561 h 4505325"/>
              <a:gd name="connsiteX8" fmla="*/ 6000017 w 6000750"/>
              <a:gd name="connsiteY8" fmla="*/ 3645561 h 4505325"/>
              <a:gd name="connsiteX9" fmla="*/ 6000017 w 6000750"/>
              <a:gd name="connsiteY9" fmla="*/ 0 h 4505325"/>
              <a:gd name="connsiteX10" fmla="*/ 6000750 w 6000750"/>
              <a:gd name="connsiteY10" fmla="*/ 4505325 h 4505325"/>
              <a:gd name="connsiteX11" fmla="*/ 0 w 6000750"/>
              <a:gd name="connsiteY11" fmla="*/ 4505325 h 4505325"/>
              <a:gd name="connsiteX12" fmla="*/ 0 w 6000750"/>
              <a:gd name="connsiteY12" fmla="*/ 0 h 4505325"/>
              <a:gd name="connsiteX0" fmla="*/ 4286377 w 6000750"/>
              <a:gd name="connsiteY0" fmla="*/ 3647787 h 4505325"/>
              <a:gd name="connsiteX1" fmla="*/ 4286377 w 6000750"/>
              <a:gd name="connsiteY1" fmla="*/ 4504977 h 4505325"/>
              <a:gd name="connsiteX2" fmla="*/ 5143567 w 6000750"/>
              <a:gd name="connsiteY2" fmla="*/ 4504977 h 4505325"/>
              <a:gd name="connsiteX3" fmla="*/ 5143567 w 6000750"/>
              <a:gd name="connsiteY3" fmla="*/ 3647787 h 4505325"/>
              <a:gd name="connsiteX4" fmla="*/ 4286377 w 6000750"/>
              <a:gd name="connsiteY4" fmla="*/ 3647787 h 4505325"/>
              <a:gd name="connsiteX5" fmla="*/ 0 w 6000750"/>
              <a:gd name="connsiteY5" fmla="*/ 0 h 4505325"/>
              <a:gd name="connsiteX6" fmla="*/ 5143566 w 6000750"/>
              <a:gd name="connsiteY6" fmla="*/ 0 h 4505325"/>
              <a:gd name="connsiteX7" fmla="*/ 5143566 w 6000750"/>
              <a:gd name="connsiteY7" fmla="*/ 3645561 h 4505325"/>
              <a:gd name="connsiteX8" fmla="*/ 6000017 w 6000750"/>
              <a:gd name="connsiteY8" fmla="*/ 3645561 h 4505325"/>
              <a:gd name="connsiteX9" fmla="*/ 6000750 w 6000750"/>
              <a:gd name="connsiteY9" fmla="*/ 4505325 h 4505325"/>
              <a:gd name="connsiteX10" fmla="*/ 0 w 6000750"/>
              <a:gd name="connsiteY10" fmla="*/ 4505325 h 4505325"/>
              <a:gd name="connsiteX11" fmla="*/ 0 w 6000750"/>
              <a:gd name="connsiteY11" fmla="*/ 0 h 4505325"/>
              <a:gd name="connsiteX0" fmla="*/ 4286377 w 6000750"/>
              <a:gd name="connsiteY0" fmla="*/ 3647787 h 4505325"/>
              <a:gd name="connsiteX1" fmla="*/ 4286377 w 6000750"/>
              <a:gd name="connsiteY1" fmla="*/ 4504977 h 4505325"/>
              <a:gd name="connsiteX2" fmla="*/ 5143567 w 6000750"/>
              <a:gd name="connsiteY2" fmla="*/ 4504977 h 4505325"/>
              <a:gd name="connsiteX3" fmla="*/ 5143567 w 6000750"/>
              <a:gd name="connsiteY3" fmla="*/ 3647787 h 4505325"/>
              <a:gd name="connsiteX4" fmla="*/ 4286377 w 6000750"/>
              <a:gd name="connsiteY4" fmla="*/ 3647787 h 4505325"/>
              <a:gd name="connsiteX5" fmla="*/ 1149350 w 6000750"/>
              <a:gd name="connsiteY5" fmla="*/ 0 h 4505325"/>
              <a:gd name="connsiteX6" fmla="*/ 5143566 w 6000750"/>
              <a:gd name="connsiteY6" fmla="*/ 0 h 4505325"/>
              <a:gd name="connsiteX7" fmla="*/ 5143566 w 6000750"/>
              <a:gd name="connsiteY7" fmla="*/ 3645561 h 4505325"/>
              <a:gd name="connsiteX8" fmla="*/ 6000017 w 6000750"/>
              <a:gd name="connsiteY8" fmla="*/ 3645561 h 4505325"/>
              <a:gd name="connsiteX9" fmla="*/ 6000750 w 6000750"/>
              <a:gd name="connsiteY9" fmla="*/ 4505325 h 4505325"/>
              <a:gd name="connsiteX10" fmla="*/ 0 w 6000750"/>
              <a:gd name="connsiteY10" fmla="*/ 4505325 h 4505325"/>
              <a:gd name="connsiteX11" fmla="*/ 1149350 w 6000750"/>
              <a:gd name="connsiteY11" fmla="*/ 0 h 4505325"/>
              <a:gd name="connsiteX0" fmla="*/ 3225927 w 4940300"/>
              <a:gd name="connsiteY0" fmla="*/ 3647787 h 4505325"/>
              <a:gd name="connsiteX1" fmla="*/ 3225927 w 4940300"/>
              <a:gd name="connsiteY1" fmla="*/ 4504977 h 4505325"/>
              <a:gd name="connsiteX2" fmla="*/ 4083117 w 4940300"/>
              <a:gd name="connsiteY2" fmla="*/ 4504977 h 4505325"/>
              <a:gd name="connsiteX3" fmla="*/ 4083117 w 4940300"/>
              <a:gd name="connsiteY3" fmla="*/ 3647787 h 4505325"/>
              <a:gd name="connsiteX4" fmla="*/ 3225927 w 4940300"/>
              <a:gd name="connsiteY4" fmla="*/ 3647787 h 4505325"/>
              <a:gd name="connsiteX5" fmla="*/ 88900 w 4940300"/>
              <a:gd name="connsiteY5" fmla="*/ 0 h 4505325"/>
              <a:gd name="connsiteX6" fmla="*/ 4083116 w 4940300"/>
              <a:gd name="connsiteY6" fmla="*/ 0 h 4505325"/>
              <a:gd name="connsiteX7" fmla="*/ 4083116 w 4940300"/>
              <a:gd name="connsiteY7" fmla="*/ 3645561 h 4505325"/>
              <a:gd name="connsiteX8" fmla="*/ 4939567 w 4940300"/>
              <a:gd name="connsiteY8" fmla="*/ 3645561 h 4505325"/>
              <a:gd name="connsiteX9" fmla="*/ 4940300 w 4940300"/>
              <a:gd name="connsiteY9" fmla="*/ 4505325 h 4505325"/>
              <a:gd name="connsiteX10" fmla="*/ 0 w 4940300"/>
              <a:gd name="connsiteY10" fmla="*/ 4505325 h 4505325"/>
              <a:gd name="connsiteX11" fmla="*/ 88900 w 4940300"/>
              <a:gd name="connsiteY11" fmla="*/ 0 h 4505325"/>
              <a:gd name="connsiteX0" fmla="*/ 3137027 w 4851400"/>
              <a:gd name="connsiteY0" fmla="*/ 3647787 h 4505325"/>
              <a:gd name="connsiteX1" fmla="*/ 3137027 w 4851400"/>
              <a:gd name="connsiteY1" fmla="*/ 4504977 h 4505325"/>
              <a:gd name="connsiteX2" fmla="*/ 3994217 w 4851400"/>
              <a:gd name="connsiteY2" fmla="*/ 4504977 h 4505325"/>
              <a:gd name="connsiteX3" fmla="*/ 3994217 w 4851400"/>
              <a:gd name="connsiteY3" fmla="*/ 3647787 h 4505325"/>
              <a:gd name="connsiteX4" fmla="*/ 3137027 w 4851400"/>
              <a:gd name="connsiteY4" fmla="*/ 3647787 h 4505325"/>
              <a:gd name="connsiteX5" fmla="*/ 0 w 4851400"/>
              <a:gd name="connsiteY5" fmla="*/ 0 h 4505325"/>
              <a:gd name="connsiteX6" fmla="*/ 3994216 w 4851400"/>
              <a:gd name="connsiteY6" fmla="*/ 0 h 4505325"/>
              <a:gd name="connsiteX7" fmla="*/ 3994216 w 4851400"/>
              <a:gd name="connsiteY7" fmla="*/ 3645561 h 4505325"/>
              <a:gd name="connsiteX8" fmla="*/ 4850667 w 4851400"/>
              <a:gd name="connsiteY8" fmla="*/ 3645561 h 4505325"/>
              <a:gd name="connsiteX9" fmla="*/ 4851400 w 4851400"/>
              <a:gd name="connsiteY9" fmla="*/ 4505325 h 4505325"/>
              <a:gd name="connsiteX10" fmla="*/ 107950 w 4851400"/>
              <a:gd name="connsiteY10" fmla="*/ 4505325 h 4505325"/>
              <a:gd name="connsiteX11" fmla="*/ 0 w 4851400"/>
              <a:gd name="connsiteY11" fmla="*/ 0 h 4505325"/>
              <a:gd name="connsiteX0" fmla="*/ 3137027 w 4851400"/>
              <a:gd name="connsiteY0" fmla="*/ 3647787 h 4505325"/>
              <a:gd name="connsiteX1" fmla="*/ 3137027 w 4851400"/>
              <a:gd name="connsiteY1" fmla="*/ 4504977 h 4505325"/>
              <a:gd name="connsiteX2" fmla="*/ 3994217 w 4851400"/>
              <a:gd name="connsiteY2" fmla="*/ 4504977 h 4505325"/>
              <a:gd name="connsiteX3" fmla="*/ 3994217 w 4851400"/>
              <a:gd name="connsiteY3" fmla="*/ 3647787 h 4505325"/>
              <a:gd name="connsiteX4" fmla="*/ 3137027 w 4851400"/>
              <a:gd name="connsiteY4" fmla="*/ 3647787 h 4505325"/>
              <a:gd name="connsiteX5" fmla="*/ 0 w 4851400"/>
              <a:gd name="connsiteY5" fmla="*/ 0 h 4505325"/>
              <a:gd name="connsiteX6" fmla="*/ 3994216 w 4851400"/>
              <a:gd name="connsiteY6" fmla="*/ 0 h 4505325"/>
              <a:gd name="connsiteX7" fmla="*/ 3994216 w 4851400"/>
              <a:gd name="connsiteY7" fmla="*/ 3645561 h 4505325"/>
              <a:gd name="connsiteX8" fmla="*/ 4850667 w 4851400"/>
              <a:gd name="connsiteY8" fmla="*/ 3645561 h 4505325"/>
              <a:gd name="connsiteX9" fmla="*/ 4851400 w 4851400"/>
              <a:gd name="connsiteY9" fmla="*/ 4505325 h 4505325"/>
              <a:gd name="connsiteX10" fmla="*/ 12700 w 4851400"/>
              <a:gd name="connsiteY10" fmla="*/ 4505325 h 4505325"/>
              <a:gd name="connsiteX11" fmla="*/ 0 w 4851400"/>
              <a:gd name="connsiteY11" fmla="*/ 0 h 4505325"/>
              <a:gd name="connsiteX0" fmla="*/ 3125097 w 4839470"/>
              <a:gd name="connsiteY0" fmla="*/ 3647787 h 4505325"/>
              <a:gd name="connsiteX1" fmla="*/ 3125097 w 4839470"/>
              <a:gd name="connsiteY1" fmla="*/ 4504977 h 4505325"/>
              <a:gd name="connsiteX2" fmla="*/ 3982287 w 4839470"/>
              <a:gd name="connsiteY2" fmla="*/ 4504977 h 4505325"/>
              <a:gd name="connsiteX3" fmla="*/ 3982287 w 4839470"/>
              <a:gd name="connsiteY3" fmla="*/ 3647787 h 4505325"/>
              <a:gd name="connsiteX4" fmla="*/ 3125097 w 4839470"/>
              <a:gd name="connsiteY4" fmla="*/ 3647787 h 4505325"/>
              <a:gd name="connsiteX5" fmla="*/ 7120 w 4839470"/>
              <a:gd name="connsiteY5" fmla="*/ 0 h 4505325"/>
              <a:gd name="connsiteX6" fmla="*/ 3982286 w 4839470"/>
              <a:gd name="connsiteY6" fmla="*/ 0 h 4505325"/>
              <a:gd name="connsiteX7" fmla="*/ 3982286 w 4839470"/>
              <a:gd name="connsiteY7" fmla="*/ 3645561 h 4505325"/>
              <a:gd name="connsiteX8" fmla="*/ 4838737 w 4839470"/>
              <a:gd name="connsiteY8" fmla="*/ 3645561 h 4505325"/>
              <a:gd name="connsiteX9" fmla="*/ 4839470 w 4839470"/>
              <a:gd name="connsiteY9" fmla="*/ 4505325 h 4505325"/>
              <a:gd name="connsiteX10" fmla="*/ 770 w 4839470"/>
              <a:gd name="connsiteY10" fmla="*/ 4505325 h 4505325"/>
              <a:gd name="connsiteX11" fmla="*/ 7120 w 4839470"/>
              <a:gd name="connsiteY11" fmla="*/ 0 h 4505325"/>
              <a:gd name="connsiteX0" fmla="*/ 3125548 w 4839921"/>
              <a:gd name="connsiteY0" fmla="*/ 6016337 h 6873875"/>
              <a:gd name="connsiteX1" fmla="*/ 3125548 w 4839921"/>
              <a:gd name="connsiteY1" fmla="*/ 6873527 h 6873875"/>
              <a:gd name="connsiteX2" fmla="*/ 3982738 w 4839921"/>
              <a:gd name="connsiteY2" fmla="*/ 6873527 h 6873875"/>
              <a:gd name="connsiteX3" fmla="*/ 3982738 w 4839921"/>
              <a:gd name="connsiteY3" fmla="*/ 6016337 h 6873875"/>
              <a:gd name="connsiteX4" fmla="*/ 3125548 w 4839921"/>
              <a:gd name="connsiteY4" fmla="*/ 6016337 h 6873875"/>
              <a:gd name="connsiteX5" fmla="*/ 1221 w 4839921"/>
              <a:gd name="connsiteY5" fmla="*/ 0 h 6873875"/>
              <a:gd name="connsiteX6" fmla="*/ 3982737 w 4839921"/>
              <a:gd name="connsiteY6" fmla="*/ 2368550 h 6873875"/>
              <a:gd name="connsiteX7" fmla="*/ 3982737 w 4839921"/>
              <a:gd name="connsiteY7" fmla="*/ 6014111 h 6873875"/>
              <a:gd name="connsiteX8" fmla="*/ 4839188 w 4839921"/>
              <a:gd name="connsiteY8" fmla="*/ 6014111 h 6873875"/>
              <a:gd name="connsiteX9" fmla="*/ 4839921 w 4839921"/>
              <a:gd name="connsiteY9" fmla="*/ 6873875 h 6873875"/>
              <a:gd name="connsiteX10" fmla="*/ 1221 w 4839921"/>
              <a:gd name="connsiteY10" fmla="*/ 6873875 h 6873875"/>
              <a:gd name="connsiteX11" fmla="*/ 1221 w 4839921"/>
              <a:gd name="connsiteY11" fmla="*/ 0 h 6873875"/>
              <a:gd name="connsiteX0" fmla="*/ 3125548 w 4839921"/>
              <a:gd name="connsiteY0" fmla="*/ 6016337 h 6873875"/>
              <a:gd name="connsiteX1" fmla="*/ 3125548 w 4839921"/>
              <a:gd name="connsiteY1" fmla="*/ 6873527 h 6873875"/>
              <a:gd name="connsiteX2" fmla="*/ 3982738 w 4839921"/>
              <a:gd name="connsiteY2" fmla="*/ 6873527 h 6873875"/>
              <a:gd name="connsiteX3" fmla="*/ 3982738 w 4839921"/>
              <a:gd name="connsiteY3" fmla="*/ 6016337 h 6873875"/>
              <a:gd name="connsiteX4" fmla="*/ 3125548 w 4839921"/>
              <a:gd name="connsiteY4" fmla="*/ 6016337 h 6873875"/>
              <a:gd name="connsiteX5" fmla="*/ 1221 w 4839921"/>
              <a:gd name="connsiteY5" fmla="*/ 0 h 6873875"/>
              <a:gd name="connsiteX6" fmla="*/ 3982737 w 4839921"/>
              <a:gd name="connsiteY6" fmla="*/ 12700 h 6873875"/>
              <a:gd name="connsiteX7" fmla="*/ 3982737 w 4839921"/>
              <a:gd name="connsiteY7" fmla="*/ 6014111 h 6873875"/>
              <a:gd name="connsiteX8" fmla="*/ 4839188 w 4839921"/>
              <a:gd name="connsiteY8" fmla="*/ 6014111 h 6873875"/>
              <a:gd name="connsiteX9" fmla="*/ 4839921 w 4839921"/>
              <a:gd name="connsiteY9" fmla="*/ 6873875 h 6873875"/>
              <a:gd name="connsiteX10" fmla="*/ 1221 w 4839921"/>
              <a:gd name="connsiteY10" fmla="*/ 6873875 h 6873875"/>
              <a:gd name="connsiteX11" fmla="*/ 1221 w 4839921"/>
              <a:gd name="connsiteY11" fmla="*/ 0 h 6873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839921" h="6873875">
                <a:moveTo>
                  <a:pt x="3125548" y="6016337"/>
                </a:moveTo>
                <a:lnTo>
                  <a:pt x="3125548" y="6873527"/>
                </a:lnTo>
                <a:lnTo>
                  <a:pt x="3982738" y="6873527"/>
                </a:lnTo>
                <a:lnTo>
                  <a:pt x="3982738" y="6016337"/>
                </a:lnTo>
                <a:lnTo>
                  <a:pt x="3125548" y="6016337"/>
                </a:lnTo>
                <a:close/>
                <a:moveTo>
                  <a:pt x="1221" y="0"/>
                </a:moveTo>
                <a:lnTo>
                  <a:pt x="3982737" y="12700"/>
                </a:lnTo>
                <a:lnTo>
                  <a:pt x="3982737" y="6014111"/>
                </a:lnTo>
                <a:lnTo>
                  <a:pt x="4839188" y="6014111"/>
                </a:lnTo>
                <a:cubicBezTo>
                  <a:pt x="4839432" y="6300699"/>
                  <a:pt x="4839677" y="6587287"/>
                  <a:pt x="4839921" y="6873875"/>
                </a:cubicBezTo>
                <a:lnTo>
                  <a:pt x="1221" y="6873875"/>
                </a:lnTo>
                <a:cubicBezTo>
                  <a:pt x="-3012" y="5372100"/>
                  <a:pt x="5454" y="1501775"/>
                  <a:pt x="122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8000" tIns="10800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6645CE8-4067-DDE3-A568-A5F606CAAD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35426" y="317500"/>
            <a:ext cx="4861024" cy="58578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de-DE" dirty="0"/>
              <a:t>Summary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CE174FC-81D5-9F4C-F397-BEED629D30D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35426" y="1484313"/>
            <a:ext cx="476250" cy="476250"/>
          </a:xfrm>
          <a:solidFill>
            <a:schemeClr val="accent1"/>
          </a:solidFill>
        </p:spPr>
        <p:txBody>
          <a:bodyPr anchor="ctr"/>
          <a:lstStyle>
            <a:lvl1pPr marL="0" indent="0" algn="ctr" rtl="0"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4pPr marL="0" indent="0" algn="ctr">
              <a:buFont typeface="Arial" panose="020B0604020202020204" pitchFamily="34" charset="0"/>
              <a:buNone/>
              <a:defRPr sz="1800" baseline="0">
                <a:solidFill>
                  <a:schemeClr val="bg1"/>
                </a:solidFill>
              </a:defRPr>
            </a:lvl4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527924AB-73D4-E56F-294D-A4848674FE9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486400" y="1484313"/>
            <a:ext cx="2641600" cy="300037"/>
          </a:xfrm>
        </p:spPr>
        <p:txBody>
          <a:bodyPr anchor="t"/>
          <a:lstStyle>
            <a:lvl1pPr marL="0" indent="0" rtl="0">
              <a:buFont typeface="Arial" panose="020B0604020202020204" pitchFamily="34" charset="0"/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649FE768-A258-5141-344A-A4514AFBDC7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86400" y="1879600"/>
            <a:ext cx="2641600" cy="819150"/>
          </a:xfrm>
        </p:spPr>
        <p:txBody>
          <a:bodyPr vert="horz"/>
          <a:lstStyle>
            <a:lvl1pPr marL="177800" indent="-177800" rtl="0">
              <a:buFontTx/>
              <a:buBlip>
                <a:blip r:embed="rId5"/>
              </a:buBlip>
              <a:defRPr sz="12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18">
            <a:extLst>
              <a:ext uri="{FF2B5EF4-FFF2-40B4-BE49-F238E27FC236}">
                <a16:creationId xmlns:a16="http://schemas.microsoft.com/office/drawing/2014/main" id="{AB220953-B327-86DF-6608-A4F529D0F75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86400" y="3048001"/>
            <a:ext cx="2641600" cy="300037"/>
          </a:xfrm>
        </p:spPr>
        <p:txBody>
          <a:bodyPr anchor="t"/>
          <a:lstStyle>
            <a:lvl1pPr marL="0" indent="0" rtl="0">
              <a:buFont typeface="Arial" panose="020B0604020202020204" pitchFamily="34" charset="0"/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platzhalter 21">
            <a:extLst>
              <a:ext uri="{FF2B5EF4-FFF2-40B4-BE49-F238E27FC236}">
                <a16:creationId xmlns:a16="http://schemas.microsoft.com/office/drawing/2014/main" id="{53BAD4FD-B295-18F4-B8A2-2DF4F8B813F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486400" y="3443288"/>
            <a:ext cx="2641600" cy="819150"/>
          </a:xfrm>
        </p:spPr>
        <p:txBody>
          <a:bodyPr vert="horz"/>
          <a:lstStyle>
            <a:lvl1pPr marL="177800" indent="-177800" rtl="0">
              <a:buFontTx/>
              <a:buBlip>
                <a:blip r:embed="rId5"/>
              </a:buBlip>
              <a:defRPr sz="12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platzhalter 18">
            <a:extLst>
              <a:ext uri="{FF2B5EF4-FFF2-40B4-BE49-F238E27FC236}">
                <a16:creationId xmlns:a16="http://schemas.microsoft.com/office/drawing/2014/main" id="{A3088D53-C3E2-3ADF-C480-921C16E2A2A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86400" y="4611689"/>
            <a:ext cx="2641600" cy="300037"/>
          </a:xfrm>
        </p:spPr>
        <p:txBody>
          <a:bodyPr anchor="t"/>
          <a:lstStyle>
            <a:lvl1pPr marL="0" indent="0" rtl="0">
              <a:buFont typeface="Arial" panose="020B0604020202020204" pitchFamily="34" charset="0"/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1">
            <a:extLst>
              <a:ext uri="{FF2B5EF4-FFF2-40B4-BE49-F238E27FC236}">
                <a16:creationId xmlns:a16="http://schemas.microsoft.com/office/drawing/2014/main" id="{E20B0AE0-5A38-8235-7B95-0694EF6CC3B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486400" y="5006976"/>
            <a:ext cx="2641600" cy="819150"/>
          </a:xfrm>
        </p:spPr>
        <p:txBody>
          <a:bodyPr vert="horz"/>
          <a:lstStyle>
            <a:lvl1pPr marL="177800" indent="-177800" rtl="0">
              <a:buFontTx/>
              <a:buBlip>
                <a:blip r:embed="rId5"/>
              </a:buBlip>
              <a:defRPr sz="12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18">
            <a:extLst>
              <a:ext uri="{FF2B5EF4-FFF2-40B4-BE49-F238E27FC236}">
                <a16:creationId xmlns:a16="http://schemas.microsoft.com/office/drawing/2014/main" id="{C61AAE36-0749-4112-285C-53799773CA0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215438" y="1484313"/>
            <a:ext cx="2641600" cy="300037"/>
          </a:xfrm>
        </p:spPr>
        <p:txBody>
          <a:bodyPr anchor="t"/>
          <a:lstStyle>
            <a:lvl1pPr marL="0" indent="0" rtl="0">
              <a:buFont typeface="Arial" panose="020B0604020202020204" pitchFamily="34" charset="0"/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Textplatzhalter 21">
            <a:extLst>
              <a:ext uri="{FF2B5EF4-FFF2-40B4-BE49-F238E27FC236}">
                <a16:creationId xmlns:a16="http://schemas.microsoft.com/office/drawing/2014/main" id="{93620FDD-FED9-2751-4322-80F0A5240AB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215438" y="1879600"/>
            <a:ext cx="2641600" cy="819150"/>
          </a:xfrm>
        </p:spPr>
        <p:txBody>
          <a:bodyPr vert="horz"/>
          <a:lstStyle>
            <a:lvl1pPr marL="177800" indent="-177800" rtl="0">
              <a:buFontTx/>
              <a:buBlip>
                <a:blip r:embed="rId5"/>
              </a:buBlip>
              <a:defRPr sz="12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2" name="Textplatzhalter 18">
            <a:extLst>
              <a:ext uri="{FF2B5EF4-FFF2-40B4-BE49-F238E27FC236}">
                <a16:creationId xmlns:a16="http://schemas.microsoft.com/office/drawing/2014/main" id="{4E431AAA-2784-5A3A-71AE-A9636C3A0EA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215438" y="3048001"/>
            <a:ext cx="2641600" cy="300037"/>
          </a:xfrm>
        </p:spPr>
        <p:txBody>
          <a:bodyPr anchor="t"/>
          <a:lstStyle>
            <a:lvl1pPr marL="0" indent="0" rtl="0">
              <a:buFont typeface="Arial" panose="020B0604020202020204" pitchFamily="34" charset="0"/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Textplatzhalter 21">
            <a:extLst>
              <a:ext uri="{FF2B5EF4-FFF2-40B4-BE49-F238E27FC236}">
                <a16:creationId xmlns:a16="http://schemas.microsoft.com/office/drawing/2014/main" id="{522A6C62-7D61-1D4D-6C69-37A3F80CF09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215438" y="3443288"/>
            <a:ext cx="2641600" cy="819150"/>
          </a:xfrm>
        </p:spPr>
        <p:txBody>
          <a:bodyPr vert="horz"/>
          <a:lstStyle>
            <a:lvl1pPr marL="177800" indent="-177800" rtl="0">
              <a:buFontTx/>
              <a:buBlip>
                <a:blip r:embed="rId5"/>
              </a:buBlip>
              <a:defRPr sz="12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Textplatzhalter 18">
            <a:extLst>
              <a:ext uri="{FF2B5EF4-FFF2-40B4-BE49-F238E27FC236}">
                <a16:creationId xmlns:a16="http://schemas.microsoft.com/office/drawing/2014/main" id="{DE4FE5CF-CC40-0D0D-5850-49DBAF48F0D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5438" y="4611689"/>
            <a:ext cx="2641600" cy="300037"/>
          </a:xfrm>
        </p:spPr>
        <p:txBody>
          <a:bodyPr anchor="t"/>
          <a:lstStyle>
            <a:lvl1pPr marL="0" indent="0" rtl="0">
              <a:buFont typeface="Arial" panose="020B0604020202020204" pitchFamily="34" charset="0"/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Textplatzhalter 21">
            <a:extLst>
              <a:ext uri="{FF2B5EF4-FFF2-40B4-BE49-F238E27FC236}">
                <a16:creationId xmlns:a16="http://schemas.microsoft.com/office/drawing/2014/main" id="{F38F6B7D-E873-91C3-E65C-9D3A9C09565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215438" y="5006976"/>
            <a:ext cx="2641600" cy="819150"/>
          </a:xfrm>
        </p:spPr>
        <p:txBody>
          <a:bodyPr vert="horz"/>
          <a:lstStyle>
            <a:lvl1pPr marL="177800" indent="-177800" rtl="0">
              <a:buFontTx/>
              <a:buBlip>
                <a:blip r:embed="rId5"/>
              </a:buBlip>
              <a:defRPr sz="12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6" name="Fußzeilenplatzhalter 15">
            <a:extLst>
              <a:ext uri="{FF2B5EF4-FFF2-40B4-BE49-F238E27FC236}">
                <a16:creationId xmlns:a16="http://schemas.microsoft.com/office/drawing/2014/main" id="{1046C3A4-41CB-B63F-4C58-1C082C046E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37" name="Foliennummernplatzhalter 16">
            <a:extLst>
              <a:ext uri="{FF2B5EF4-FFF2-40B4-BE49-F238E27FC236}">
                <a16:creationId xmlns:a16="http://schemas.microsoft.com/office/drawing/2014/main" id="{9C20BDF8-8438-DF2E-151A-AEDC09ED7C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8FBC33F2-73E2-6C18-1648-557E88B1E5B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835426" y="3048001"/>
            <a:ext cx="476250" cy="476250"/>
          </a:xfrm>
          <a:solidFill>
            <a:schemeClr val="accent1"/>
          </a:solidFill>
        </p:spPr>
        <p:txBody>
          <a:bodyPr anchor="ctr"/>
          <a:lstStyle>
            <a:lvl1pPr marL="0" indent="0" algn="ctr" rtl="0"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4pPr marL="0" indent="0" algn="ctr">
              <a:buFont typeface="Arial" panose="020B0604020202020204" pitchFamily="34" charset="0"/>
              <a:buNone/>
              <a:defRPr sz="1800" baseline="0">
                <a:solidFill>
                  <a:schemeClr val="bg1"/>
                </a:solidFill>
              </a:defRPr>
            </a:lvl4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39" name="Textplatzhalter 9">
            <a:extLst>
              <a:ext uri="{FF2B5EF4-FFF2-40B4-BE49-F238E27FC236}">
                <a16:creationId xmlns:a16="http://schemas.microsoft.com/office/drawing/2014/main" id="{FA8F46D5-BD9A-35F0-386F-30D6908BA6A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835426" y="4611689"/>
            <a:ext cx="476250" cy="476250"/>
          </a:xfrm>
          <a:solidFill>
            <a:schemeClr val="accent1"/>
          </a:solidFill>
        </p:spPr>
        <p:txBody>
          <a:bodyPr anchor="ctr"/>
          <a:lstStyle>
            <a:lvl1pPr marL="0" indent="0" algn="ctr" rtl="0"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4pPr marL="0" indent="0" algn="ctr">
              <a:buFont typeface="Arial" panose="020B0604020202020204" pitchFamily="34" charset="0"/>
              <a:buNone/>
              <a:defRPr sz="1800" baseline="0">
                <a:solidFill>
                  <a:schemeClr val="bg1"/>
                </a:solidFill>
              </a:defRPr>
            </a:lvl4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40" name="Textplatzhalter 9">
            <a:extLst>
              <a:ext uri="{FF2B5EF4-FFF2-40B4-BE49-F238E27FC236}">
                <a16:creationId xmlns:a16="http://schemas.microsoft.com/office/drawing/2014/main" id="{0E004FC7-FC99-1C1A-6664-1A2F1528CA9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569226" y="1484313"/>
            <a:ext cx="476250" cy="476250"/>
          </a:xfrm>
          <a:solidFill>
            <a:schemeClr val="accent1"/>
          </a:solidFill>
        </p:spPr>
        <p:txBody>
          <a:bodyPr anchor="ctr"/>
          <a:lstStyle>
            <a:lvl1pPr marL="0" indent="0" algn="ctr" rtl="0"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4pPr marL="0" indent="0" algn="ctr">
              <a:buFont typeface="Arial" panose="020B0604020202020204" pitchFamily="34" charset="0"/>
              <a:buNone/>
              <a:defRPr sz="1800" baseline="0">
                <a:solidFill>
                  <a:schemeClr val="bg1"/>
                </a:solidFill>
              </a:defRPr>
            </a:lvl4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41" name="Textplatzhalter 9">
            <a:extLst>
              <a:ext uri="{FF2B5EF4-FFF2-40B4-BE49-F238E27FC236}">
                <a16:creationId xmlns:a16="http://schemas.microsoft.com/office/drawing/2014/main" id="{B18677F0-9F2A-0539-C4FA-504DCAAD6D4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569226" y="3048001"/>
            <a:ext cx="476250" cy="476250"/>
          </a:xfrm>
          <a:solidFill>
            <a:schemeClr val="accent1"/>
          </a:solidFill>
        </p:spPr>
        <p:txBody>
          <a:bodyPr anchor="ctr"/>
          <a:lstStyle>
            <a:lvl1pPr marL="0" indent="0" algn="ctr" rtl="0"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4pPr marL="0" indent="0" algn="ctr">
              <a:buFont typeface="Arial" panose="020B0604020202020204" pitchFamily="34" charset="0"/>
              <a:buNone/>
              <a:defRPr sz="1800" baseline="0">
                <a:solidFill>
                  <a:schemeClr val="bg1"/>
                </a:solidFill>
              </a:defRPr>
            </a:lvl4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42" name="Textplatzhalter 9">
            <a:extLst>
              <a:ext uri="{FF2B5EF4-FFF2-40B4-BE49-F238E27FC236}">
                <a16:creationId xmlns:a16="http://schemas.microsoft.com/office/drawing/2014/main" id="{81A0347C-FD1C-C057-F37D-1ED031B4176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569226" y="4611689"/>
            <a:ext cx="476250" cy="476250"/>
          </a:xfrm>
          <a:solidFill>
            <a:schemeClr val="accent1"/>
          </a:solidFill>
        </p:spPr>
        <p:txBody>
          <a:bodyPr anchor="ctr"/>
          <a:lstStyle>
            <a:lvl1pPr marL="0" indent="0" algn="ctr" rtl="0"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4pPr marL="0" indent="0" algn="ctr">
              <a:buFont typeface="Arial" panose="020B0604020202020204" pitchFamily="34" charset="0"/>
              <a:buNone/>
              <a:defRPr sz="1800" baseline="0">
                <a:solidFill>
                  <a:schemeClr val="bg1"/>
                </a:solidFill>
              </a:defRPr>
            </a:lvl4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5" name="Textplatzhalter 12">
            <a:extLst>
              <a:ext uri="{FF2B5EF4-FFF2-40B4-BE49-F238E27FC236}">
                <a16:creationId xmlns:a16="http://schemas.microsoft.com/office/drawing/2014/main" id="{644C012E-7879-6FC4-8F52-341B02B291D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6400" y="6308725"/>
            <a:ext cx="6370638" cy="252413"/>
          </a:xfrm>
        </p:spPr>
        <p:txBody>
          <a:bodyPr anchor="ctr"/>
          <a:lstStyle>
            <a:lvl1pPr marL="0" indent="0" rtl="0">
              <a:spcAft>
                <a:spcPts val="0"/>
              </a:spcAft>
              <a:buNone/>
              <a:defRPr sz="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  <p:pic>
        <p:nvPicPr>
          <p:cNvPr id="6" name="Grafik 5" descr="Ein Bild, das Text, Schrift, Symbol, Logo enthält.&#10;&#10;Automatisch generierte Beschreibung">
            <a:extLst>
              <a:ext uri="{FF2B5EF4-FFF2-40B4-BE49-F238E27FC236}">
                <a16:creationId xmlns:a16="http://schemas.microsoft.com/office/drawing/2014/main" id="{5592EBE7-1769-D406-F1BE-139DF1C97C9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174" y="383229"/>
            <a:ext cx="2010258" cy="61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2726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+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69E644ED-EDB8-E02A-CAE3-D36616B83ED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6241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fik 4" descr="Ein Bild, das Text, Schrift, Symbol, Logo enthält.&#10;&#10;Automatisch generierte Beschreibung">
            <a:extLst>
              <a:ext uri="{FF2B5EF4-FFF2-40B4-BE49-F238E27FC236}">
                <a16:creationId xmlns:a16="http://schemas.microsoft.com/office/drawing/2014/main" id="{8BCFA7E1-0C88-D039-3677-02CC5D9054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174" y="5675043"/>
            <a:ext cx="2010258" cy="615345"/>
          </a:xfrm>
          <a:prstGeom prst="rect">
            <a:avLst/>
          </a:prstGeom>
        </p:spPr>
      </p:pic>
      <p:sp>
        <p:nvSpPr>
          <p:cNvPr id="11" name="Bildplatzhalter 19">
            <a:extLst>
              <a:ext uri="{FF2B5EF4-FFF2-40B4-BE49-F238E27FC236}">
                <a16:creationId xmlns:a16="http://schemas.microsoft.com/office/drawing/2014/main" id="{3E5B4770-404F-075E-82DC-397DA37CDCF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1" y="2352675"/>
            <a:ext cx="6000750" cy="4505325"/>
          </a:xfrm>
          <a:custGeom>
            <a:avLst/>
            <a:gdLst>
              <a:gd name="connsiteX0" fmla="*/ 4286377 w 6000750"/>
              <a:gd name="connsiteY0" fmla="*/ 3647787 h 4505325"/>
              <a:gd name="connsiteX1" fmla="*/ 4286377 w 6000750"/>
              <a:gd name="connsiteY1" fmla="*/ 4504977 h 4505325"/>
              <a:gd name="connsiteX2" fmla="*/ 5143567 w 6000750"/>
              <a:gd name="connsiteY2" fmla="*/ 4504977 h 4505325"/>
              <a:gd name="connsiteX3" fmla="*/ 5143567 w 6000750"/>
              <a:gd name="connsiteY3" fmla="*/ 3647787 h 4505325"/>
              <a:gd name="connsiteX4" fmla="*/ 0 w 6000750"/>
              <a:gd name="connsiteY4" fmla="*/ 0 h 4505325"/>
              <a:gd name="connsiteX5" fmla="*/ 5143566 w 6000750"/>
              <a:gd name="connsiteY5" fmla="*/ 0 h 4505325"/>
              <a:gd name="connsiteX6" fmla="*/ 5143566 w 6000750"/>
              <a:gd name="connsiteY6" fmla="*/ 3645561 h 4505325"/>
              <a:gd name="connsiteX7" fmla="*/ 6000017 w 6000750"/>
              <a:gd name="connsiteY7" fmla="*/ 3645561 h 4505325"/>
              <a:gd name="connsiteX8" fmla="*/ 6000017 w 6000750"/>
              <a:gd name="connsiteY8" fmla="*/ 0 h 4505325"/>
              <a:gd name="connsiteX9" fmla="*/ 6000750 w 6000750"/>
              <a:gd name="connsiteY9" fmla="*/ 0 h 4505325"/>
              <a:gd name="connsiteX10" fmla="*/ 6000750 w 6000750"/>
              <a:gd name="connsiteY10" fmla="*/ 4505325 h 4505325"/>
              <a:gd name="connsiteX11" fmla="*/ 0 w 6000750"/>
              <a:gd name="connsiteY11" fmla="*/ 4505325 h 4505325"/>
              <a:gd name="connsiteX0" fmla="*/ 4286377 w 6000750"/>
              <a:gd name="connsiteY0" fmla="*/ 3647787 h 4505325"/>
              <a:gd name="connsiteX1" fmla="*/ 4286377 w 6000750"/>
              <a:gd name="connsiteY1" fmla="*/ 4504977 h 4505325"/>
              <a:gd name="connsiteX2" fmla="*/ 5143567 w 6000750"/>
              <a:gd name="connsiteY2" fmla="*/ 4504977 h 4505325"/>
              <a:gd name="connsiteX3" fmla="*/ 5143567 w 6000750"/>
              <a:gd name="connsiteY3" fmla="*/ 3647787 h 4505325"/>
              <a:gd name="connsiteX4" fmla="*/ 4286377 w 6000750"/>
              <a:gd name="connsiteY4" fmla="*/ 3647787 h 4505325"/>
              <a:gd name="connsiteX5" fmla="*/ 0 w 6000750"/>
              <a:gd name="connsiteY5" fmla="*/ 0 h 4505325"/>
              <a:gd name="connsiteX6" fmla="*/ 5143566 w 6000750"/>
              <a:gd name="connsiteY6" fmla="*/ 0 h 4505325"/>
              <a:gd name="connsiteX7" fmla="*/ 5143566 w 6000750"/>
              <a:gd name="connsiteY7" fmla="*/ 3645561 h 4505325"/>
              <a:gd name="connsiteX8" fmla="*/ 6000017 w 6000750"/>
              <a:gd name="connsiteY8" fmla="*/ 3645561 h 4505325"/>
              <a:gd name="connsiteX9" fmla="*/ 6000017 w 6000750"/>
              <a:gd name="connsiteY9" fmla="*/ 0 h 4505325"/>
              <a:gd name="connsiteX10" fmla="*/ 6000750 w 6000750"/>
              <a:gd name="connsiteY10" fmla="*/ 4505325 h 4505325"/>
              <a:gd name="connsiteX11" fmla="*/ 0 w 6000750"/>
              <a:gd name="connsiteY11" fmla="*/ 4505325 h 4505325"/>
              <a:gd name="connsiteX12" fmla="*/ 0 w 6000750"/>
              <a:gd name="connsiteY12" fmla="*/ 0 h 4505325"/>
              <a:gd name="connsiteX0" fmla="*/ 4286377 w 6000750"/>
              <a:gd name="connsiteY0" fmla="*/ 3647787 h 4505325"/>
              <a:gd name="connsiteX1" fmla="*/ 4286377 w 6000750"/>
              <a:gd name="connsiteY1" fmla="*/ 4504977 h 4505325"/>
              <a:gd name="connsiteX2" fmla="*/ 5143567 w 6000750"/>
              <a:gd name="connsiteY2" fmla="*/ 4504977 h 4505325"/>
              <a:gd name="connsiteX3" fmla="*/ 5143567 w 6000750"/>
              <a:gd name="connsiteY3" fmla="*/ 3647787 h 4505325"/>
              <a:gd name="connsiteX4" fmla="*/ 4286377 w 6000750"/>
              <a:gd name="connsiteY4" fmla="*/ 3647787 h 4505325"/>
              <a:gd name="connsiteX5" fmla="*/ 0 w 6000750"/>
              <a:gd name="connsiteY5" fmla="*/ 0 h 4505325"/>
              <a:gd name="connsiteX6" fmla="*/ 5143566 w 6000750"/>
              <a:gd name="connsiteY6" fmla="*/ 0 h 4505325"/>
              <a:gd name="connsiteX7" fmla="*/ 5143566 w 6000750"/>
              <a:gd name="connsiteY7" fmla="*/ 3645561 h 4505325"/>
              <a:gd name="connsiteX8" fmla="*/ 6000017 w 6000750"/>
              <a:gd name="connsiteY8" fmla="*/ 3645561 h 4505325"/>
              <a:gd name="connsiteX9" fmla="*/ 6000750 w 6000750"/>
              <a:gd name="connsiteY9" fmla="*/ 4505325 h 4505325"/>
              <a:gd name="connsiteX10" fmla="*/ 0 w 6000750"/>
              <a:gd name="connsiteY10" fmla="*/ 4505325 h 4505325"/>
              <a:gd name="connsiteX11" fmla="*/ 0 w 6000750"/>
              <a:gd name="connsiteY11" fmla="*/ 0 h 4505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000750" h="4505325">
                <a:moveTo>
                  <a:pt x="4286377" y="3647787"/>
                </a:moveTo>
                <a:lnTo>
                  <a:pt x="4286377" y="4504977"/>
                </a:lnTo>
                <a:lnTo>
                  <a:pt x="5143567" y="4504977"/>
                </a:lnTo>
                <a:lnTo>
                  <a:pt x="5143567" y="3647787"/>
                </a:lnTo>
                <a:lnTo>
                  <a:pt x="4286377" y="3647787"/>
                </a:lnTo>
                <a:close/>
                <a:moveTo>
                  <a:pt x="0" y="0"/>
                </a:moveTo>
                <a:lnTo>
                  <a:pt x="5143566" y="0"/>
                </a:lnTo>
                <a:lnTo>
                  <a:pt x="5143566" y="3645561"/>
                </a:lnTo>
                <a:lnTo>
                  <a:pt x="6000017" y="3645561"/>
                </a:lnTo>
                <a:cubicBezTo>
                  <a:pt x="6000261" y="3932149"/>
                  <a:pt x="6000506" y="4218737"/>
                  <a:pt x="6000750" y="4505325"/>
                </a:cubicBez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8000" tIns="10800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3" name="Balken 1">
            <a:extLst>
              <a:ext uri="{FF2B5EF4-FFF2-40B4-BE49-F238E27FC236}">
                <a16:creationId xmlns:a16="http://schemas.microsoft.com/office/drawing/2014/main" id="{583AD794-3BF0-2F16-F1CD-1E7CB3921F19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5143308" cy="2381239"/>
          </a:xfrm>
          <a:custGeom>
            <a:avLst/>
            <a:gdLst/>
            <a:ahLst/>
            <a:cxnLst/>
            <a:rect l="l" t="t" r="r" b="b"/>
            <a:pathLst>
              <a:path w="8481695" h="3926840">
                <a:moveTo>
                  <a:pt x="8481417" y="0"/>
                </a:moveTo>
                <a:lnTo>
                  <a:pt x="0" y="0"/>
                </a:lnTo>
                <a:lnTo>
                  <a:pt x="0" y="3926582"/>
                </a:lnTo>
                <a:lnTo>
                  <a:pt x="8481417" y="3926582"/>
                </a:lnTo>
                <a:lnTo>
                  <a:pt x="8481417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>
            <a:noAutofit/>
          </a:bodyPr>
          <a:lstStyle/>
          <a:p>
            <a:pPr rtl="0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32967C4-01DC-89A2-49E9-C3648E669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89200"/>
            <a:ext cx="4046237" cy="769441"/>
          </a:xfrm>
          <a:prstGeom prst="rect">
            <a:avLst/>
          </a:prstGeom>
        </p:spPr>
        <p:txBody>
          <a:bodyPr vert="horz">
            <a:noAutofit/>
          </a:bodyPr>
          <a:lstStyle>
            <a:lvl1pPr rtl="0">
              <a:defRPr sz="2500" b="1" spc="-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Textplatzhalter 1">
            <a:extLst>
              <a:ext uri="{FF2B5EF4-FFF2-40B4-BE49-F238E27FC236}">
                <a16:creationId xmlns:a16="http://schemas.microsoft.com/office/drawing/2014/main" id="{26221355-5A60-4666-2E77-6B2EDB2406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0439" y="381000"/>
            <a:ext cx="4046237" cy="246221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 rtl="0"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336B2D58-07A2-D54E-9C27-01102154F6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950" y="909696"/>
            <a:ext cx="5257592" cy="1024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rtl="0">
              <a:buFont typeface="Arial" panose="020B0604020202020204" pitchFamily="34" charset="0"/>
              <a:buNone/>
              <a:defRPr sz="2490" b="1" spc="-30" baseline="0">
                <a:solidFill>
                  <a:schemeClr val="accent1"/>
                </a:solidFill>
              </a:defRPr>
            </a:lvl1pPr>
            <a:lvl2pPr marL="0" indent="-180000" rtl="0">
              <a:spcBef>
                <a:spcPts val="180"/>
              </a:spcBef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1580" spc="-10" baseline="0"/>
            </a:lvl2pPr>
            <a:lvl3pPr>
              <a:defRPr sz="1580"/>
            </a:lvl3pPr>
            <a:lvl4pPr>
              <a:defRPr sz="1580"/>
            </a:lvl4pPr>
            <a:lvl5pPr>
              <a:defRPr sz="1580"/>
            </a:lvl5pPr>
          </a:lstStyle>
          <a:p>
            <a:pPr lvl="0"/>
            <a:r>
              <a:rPr lang="de-DE" dirty="0"/>
              <a:t>Erste + Zweite Ebene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D6A96B82-A60A-984E-563D-79CEE8CAC4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950" y="2474902"/>
            <a:ext cx="5257592" cy="1024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rtl="0">
              <a:buFont typeface="Arial" panose="020B0604020202020204" pitchFamily="34" charset="0"/>
              <a:buNone/>
              <a:defRPr sz="2490" b="1" spc="-30" baseline="0">
                <a:solidFill>
                  <a:schemeClr val="accent1"/>
                </a:solidFill>
              </a:defRPr>
            </a:lvl1pPr>
            <a:lvl2pPr marL="0" indent="-180000" rtl="0">
              <a:spcBef>
                <a:spcPts val="180"/>
              </a:spcBef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1580" spc="-10" baseline="0"/>
            </a:lvl2pPr>
            <a:lvl3pPr>
              <a:defRPr sz="1580"/>
            </a:lvl3pPr>
            <a:lvl4pPr>
              <a:defRPr sz="1580"/>
            </a:lvl4pPr>
            <a:lvl5pPr>
              <a:defRPr sz="1580"/>
            </a:lvl5pPr>
          </a:lstStyle>
          <a:p>
            <a:pPr lvl="0"/>
            <a:r>
              <a:rPr lang="de-DE" dirty="0"/>
              <a:t>Erste + Zweite Ebene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E1F1EBF1-7FB9-51CD-CB2D-86BA64330F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88950" y="4040108"/>
            <a:ext cx="5257592" cy="1024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rtl="0">
              <a:buFont typeface="Arial" panose="020B0604020202020204" pitchFamily="34" charset="0"/>
              <a:buNone/>
              <a:defRPr sz="2490" b="1" spc="-30" baseline="0">
                <a:solidFill>
                  <a:schemeClr val="accent1"/>
                </a:solidFill>
              </a:defRPr>
            </a:lvl1pPr>
            <a:lvl2pPr marL="0" indent="-180000" rtl="0">
              <a:spcBef>
                <a:spcPts val="180"/>
              </a:spcBef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1580" spc="-10" baseline="0"/>
            </a:lvl2pPr>
            <a:lvl3pPr>
              <a:defRPr sz="1580"/>
            </a:lvl3pPr>
            <a:lvl4pPr>
              <a:defRPr sz="1580"/>
            </a:lvl4pPr>
            <a:lvl5pPr>
              <a:defRPr sz="1580"/>
            </a:lvl5pPr>
          </a:lstStyle>
          <a:p>
            <a:pPr lvl="0"/>
            <a:r>
              <a:rPr lang="de-DE" dirty="0"/>
              <a:t>Erste + Zweite Ebene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12" name="Bildplatzhalter 1">
            <a:extLst>
              <a:ext uri="{FF2B5EF4-FFF2-40B4-BE49-F238E27FC236}">
                <a16:creationId xmlns:a16="http://schemas.microsoft.com/office/drawing/2014/main" id="{C7899F09-81A9-8C66-11CD-330DAE7CBE9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38901" y="909696"/>
            <a:ext cx="486000" cy="486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 sz="1400"/>
            </a:lvl1pPr>
          </a:lstStyle>
          <a:p>
            <a:r>
              <a:rPr lang="de-DE"/>
              <a:t>Icon</a:t>
            </a:r>
            <a:endParaRPr lang="de-DE" dirty="0"/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44219EC2-43E8-7B2D-291F-CDDDB80DBE9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38901" y="2474902"/>
            <a:ext cx="486000" cy="486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 sz="1400"/>
            </a:lvl1pPr>
          </a:lstStyle>
          <a:p>
            <a:r>
              <a:rPr lang="de-DE"/>
              <a:t>Icon</a:t>
            </a:r>
            <a:endParaRPr lang="de-DE" dirty="0"/>
          </a:p>
        </p:txBody>
      </p:sp>
      <p:sp>
        <p:nvSpPr>
          <p:cNvPr id="14" name="Bildplatzhalter 3">
            <a:extLst>
              <a:ext uri="{FF2B5EF4-FFF2-40B4-BE49-F238E27FC236}">
                <a16:creationId xmlns:a16="http://schemas.microsoft.com/office/drawing/2014/main" id="{84590C23-C663-CE8A-D6D1-9E0A9E866D7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838901" y="4040108"/>
            <a:ext cx="486000" cy="486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 sz="1400"/>
            </a:lvl1pPr>
          </a:lstStyle>
          <a:p>
            <a:r>
              <a:rPr lang="de-DE"/>
              <a:t>Icon</a:t>
            </a:r>
            <a:endParaRPr lang="de-DE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A99D42B1-A6AB-6FE7-0B32-D1270E5B0C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8EC8A7D6-4FB3-C212-0580-FC28C4A54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Textplatzhalter 12">
            <a:extLst>
              <a:ext uri="{FF2B5EF4-FFF2-40B4-BE49-F238E27FC236}">
                <a16:creationId xmlns:a16="http://schemas.microsoft.com/office/drawing/2014/main" id="{0AD8A561-1B59-6558-A269-881D8F3F83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01830" y="6308725"/>
            <a:ext cx="5257592" cy="252413"/>
          </a:xfrm>
        </p:spPr>
        <p:txBody>
          <a:bodyPr anchor="ctr"/>
          <a:lstStyle>
            <a:lvl1pPr marL="0" indent="0" rtl="0">
              <a:spcAft>
                <a:spcPts val="0"/>
              </a:spcAft>
              <a:buNone/>
              <a:defRPr sz="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29822429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+ Aufzählung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CD10A994-2D4C-C8F3-6982-FFBC018935A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481376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Bildplatzhalter">
            <a:extLst>
              <a:ext uri="{FF2B5EF4-FFF2-40B4-BE49-F238E27FC236}">
                <a16:creationId xmlns:a16="http://schemas.microsoft.com/office/drawing/2014/main" id="{D627C073-3AC9-4758-F7D1-9BF94962ED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20800" y="0"/>
            <a:ext cx="4471200" cy="4114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/>
            </a:lvl1pPr>
          </a:lstStyle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0" name="Balken">
            <a:extLst>
              <a:ext uri="{FF2B5EF4-FFF2-40B4-BE49-F238E27FC236}">
                <a16:creationId xmlns:a16="http://schemas.microsoft.com/office/drawing/2014/main" id="{BA1181D0-ACA7-6E78-09B6-B1ABF137394F}"/>
              </a:ext>
            </a:extLst>
          </p:cNvPr>
          <p:cNvSpPr/>
          <p:nvPr userDrawn="1"/>
        </p:nvSpPr>
        <p:spPr>
          <a:xfrm>
            <a:off x="7721785" y="4025850"/>
            <a:ext cx="4470215" cy="2832150"/>
          </a:xfrm>
          <a:custGeom>
            <a:avLst/>
            <a:gdLst/>
            <a:ahLst/>
            <a:cxnLst/>
            <a:rect l="l" t="t" r="r" b="b"/>
            <a:pathLst>
              <a:path w="7371715" h="4670425">
                <a:moveTo>
                  <a:pt x="7371503" y="0"/>
                </a:moveTo>
                <a:lnTo>
                  <a:pt x="0" y="0"/>
                </a:lnTo>
                <a:lnTo>
                  <a:pt x="0" y="4670014"/>
                </a:lnTo>
                <a:lnTo>
                  <a:pt x="7371503" y="4670014"/>
                </a:lnTo>
                <a:lnTo>
                  <a:pt x="7371503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4" name="Textplatzhalter 1">
            <a:extLst>
              <a:ext uri="{FF2B5EF4-FFF2-40B4-BE49-F238E27FC236}">
                <a16:creationId xmlns:a16="http://schemas.microsoft.com/office/drawing/2014/main" id="{5C6E65FD-579D-7166-F932-DCA3265811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963" y="360000"/>
            <a:ext cx="6941878" cy="266227"/>
          </a:xfrm>
          <a:prstGeom prst="rect">
            <a:avLst/>
          </a:prstGeom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 sz="1600" b="0" spc="-40" baseline="0">
                <a:solidFill>
                  <a:schemeClr val="accent1"/>
                </a:solidFill>
              </a:defRPr>
            </a:lvl1pPr>
            <a:lvl2pPr>
              <a:defRPr sz="1730"/>
            </a:lvl2pPr>
            <a:lvl3pPr>
              <a:defRPr sz="1730"/>
            </a:lvl3pPr>
            <a:lvl4pPr>
              <a:defRPr sz="1730"/>
            </a:lvl4pPr>
            <a:lvl5pPr>
              <a:defRPr sz="173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3562F5E-AE77-A887-38FC-AB47CD952F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63" y="5360400"/>
            <a:ext cx="6946273" cy="639214"/>
          </a:xfrm>
          <a:prstGeom prst="rect">
            <a:avLst/>
          </a:prstGeom>
        </p:spPr>
        <p:txBody>
          <a:bodyPr/>
          <a:lstStyle>
            <a:lvl1pPr marL="0" indent="0" rtl="0">
              <a:spcAft>
                <a:spcPts val="200"/>
              </a:spcAft>
              <a:buFont typeface="Arial" panose="020B0604020202020204" pitchFamily="34" charset="0"/>
              <a:buNone/>
              <a:defRPr sz="2490" b="1" spc="-10" baseline="0">
                <a:solidFill>
                  <a:schemeClr val="accent1"/>
                </a:solidFill>
              </a:defRPr>
            </a:lvl1pPr>
            <a:lvl2pPr marL="285750" indent="-285750" algn="l" rtl="0">
              <a:lnSpc>
                <a:spcPct val="101000"/>
              </a:lnSpc>
              <a:buFont typeface="Arial" panose="020B0604020202020204" pitchFamily="34" charset="0"/>
              <a:buChar char="•"/>
              <a:defRPr sz="1580" spc="-20" baseline="0"/>
            </a:lvl2pPr>
          </a:lstStyle>
          <a:p>
            <a:pPr lvl="0"/>
            <a:r>
              <a:rPr lang="de-DE" dirty="0"/>
              <a:t>Erste + zweite Ebene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1A93C45-D2BE-689D-6234-1098F3A1D1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46800" y="5067584"/>
            <a:ext cx="3710238" cy="1241141"/>
          </a:xfrm>
          <a:prstGeom prst="rect">
            <a:avLst/>
          </a:prstGeom>
        </p:spPr>
        <p:txBody>
          <a:bodyPr/>
          <a:lstStyle>
            <a:lvl1pPr marL="0" indent="0" rtl="0">
              <a:lnSpc>
                <a:spcPct val="101000"/>
              </a:lnSpc>
              <a:buFont typeface="Arial" panose="020B0604020202020204" pitchFamily="34" charset="0"/>
              <a:buNone/>
              <a:defRPr sz="1580" spc="-20" baseline="0">
                <a:solidFill>
                  <a:schemeClr val="bg1"/>
                </a:solidFill>
              </a:defRPr>
            </a:lvl1pPr>
            <a:lvl2pPr marL="0" indent="0" rtl="0">
              <a:buNone/>
              <a:defRPr sz="1580"/>
            </a:lvl2pPr>
            <a:lvl3pPr>
              <a:defRPr sz="1580"/>
            </a:lvl3pPr>
            <a:lvl4pPr>
              <a:defRPr sz="1580"/>
            </a:lvl4pPr>
            <a:lvl5pPr>
              <a:defRPr sz="158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graphicFrame>
        <p:nvGraphicFramePr>
          <p:cNvPr id="14" name="Tabelle">
            <a:extLst>
              <a:ext uri="{FF2B5EF4-FFF2-40B4-BE49-F238E27FC236}">
                <a16:creationId xmlns:a16="http://schemas.microsoft.com/office/drawing/2014/main" id="{A1C0D427-A119-4D8C-0DB4-5A001FCB9E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504743598"/>
              </p:ext>
            </p:extLst>
          </p:nvPr>
        </p:nvGraphicFramePr>
        <p:xfrm>
          <a:off x="334963" y="2792076"/>
          <a:ext cx="6942137" cy="214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42137">
                  <a:extLst>
                    <a:ext uri="{9D8B030D-6E8A-4147-A177-3AD203B41FA5}">
                      <a16:colId xmlns:a16="http://schemas.microsoft.com/office/drawing/2014/main" val="3435462216"/>
                    </a:ext>
                  </a:extLst>
                </a:gridCol>
              </a:tblGrid>
              <a:tr h="428400">
                <a:tc>
                  <a:txBody>
                    <a:bodyPr/>
                    <a:lstStyle/>
                    <a:p>
                      <a:pPr algn="l" rtl="0"/>
                      <a:endParaRPr lang="de-DE" sz="1580" dirty="0">
                        <a:solidFill>
                          <a:schemeClr val="tx1"/>
                        </a:solidFill>
                      </a:endParaRPr>
                    </a:p>
                  </a:txBody>
                  <a:tcPr marL="18720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67909192"/>
                  </a:ext>
                </a:extLst>
              </a:tr>
              <a:tr h="428400">
                <a:tc>
                  <a:txBody>
                    <a:bodyPr/>
                    <a:lstStyle/>
                    <a:p>
                      <a:pPr algn="l" rtl="0"/>
                      <a:endParaRPr lang="de-DE" sz="1580" dirty="0">
                        <a:solidFill>
                          <a:schemeClr val="tx1"/>
                        </a:solidFill>
                      </a:endParaRPr>
                    </a:p>
                  </a:txBody>
                  <a:tcPr marL="18720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4989411"/>
                  </a:ext>
                </a:extLst>
              </a:tr>
              <a:tr h="428400">
                <a:tc>
                  <a:txBody>
                    <a:bodyPr/>
                    <a:lstStyle/>
                    <a:p>
                      <a:pPr algn="l" rtl="0"/>
                      <a:endParaRPr lang="de-DE" sz="1580" dirty="0">
                        <a:solidFill>
                          <a:schemeClr val="tx1"/>
                        </a:solidFill>
                      </a:endParaRPr>
                    </a:p>
                  </a:txBody>
                  <a:tcPr marL="18720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310207"/>
                  </a:ext>
                </a:extLst>
              </a:tr>
              <a:tr h="428400">
                <a:tc>
                  <a:txBody>
                    <a:bodyPr/>
                    <a:lstStyle/>
                    <a:p>
                      <a:pPr algn="l" rtl="0"/>
                      <a:endParaRPr lang="de-DE" sz="1580" dirty="0">
                        <a:solidFill>
                          <a:schemeClr val="tx1"/>
                        </a:solidFill>
                      </a:endParaRPr>
                    </a:p>
                  </a:txBody>
                  <a:tcPr marL="18720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5092869"/>
                  </a:ext>
                </a:extLst>
              </a:tr>
              <a:tr h="428400">
                <a:tc>
                  <a:txBody>
                    <a:bodyPr/>
                    <a:lstStyle/>
                    <a:p>
                      <a:pPr algn="l" rtl="0"/>
                      <a:endParaRPr lang="de-DE" sz="1580" dirty="0">
                        <a:solidFill>
                          <a:schemeClr val="tx1"/>
                        </a:solidFill>
                      </a:endParaRPr>
                    </a:p>
                  </a:txBody>
                  <a:tcPr marL="18720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0668927"/>
                  </a:ext>
                </a:extLst>
              </a:tr>
            </a:tbl>
          </a:graphicData>
        </a:graphic>
      </p:graphicFrame>
      <p:pic>
        <p:nvPicPr>
          <p:cNvPr id="15" name="Icon">
            <a:extLst>
              <a:ext uri="{FF2B5EF4-FFF2-40B4-BE49-F238E27FC236}">
                <a16:creationId xmlns:a16="http://schemas.microsoft.com/office/drawing/2014/main" id="{CA15AA07-A106-14D0-75C3-C18B0A6E5AF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1400" y="4240994"/>
            <a:ext cx="648000" cy="648000"/>
          </a:xfrm>
          <a:prstGeom prst="rect">
            <a:avLst/>
          </a:prstGeom>
        </p:spPr>
      </p:pic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073B9922-6D27-6ECB-07DF-FBBC7F3CAD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571" y="2884465"/>
            <a:ext cx="6942609" cy="243143"/>
          </a:xfrm>
          <a:prstGeom prst="rect">
            <a:avLst/>
          </a:prstGeom>
        </p:spPr>
        <p:txBody>
          <a:bodyPr/>
          <a:lstStyle>
            <a:lvl1pPr rtl="0">
              <a:defRPr sz="1580">
                <a:latin typeface="+mn-lt"/>
              </a:defRPr>
            </a:lvl1pPr>
          </a:lstStyle>
          <a:p>
            <a:pPr lvl="0"/>
            <a:r>
              <a:rPr lang="de-DE" dirty="0"/>
              <a:t>Aufzählung</a:t>
            </a:r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FA30B8B6-0E15-3521-C784-42E734B035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571" y="3307304"/>
            <a:ext cx="6942609" cy="243143"/>
          </a:xfrm>
          <a:prstGeom prst="rect">
            <a:avLst/>
          </a:prstGeom>
        </p:spPr>
        <p:txBody>
          <a:bodyPr/>
          <a:lstStyle>
            <a:lvl1pPr rtl="0">
              <a:defRPr sz="1580">
                <a:latin typeface="+mn-lt"/>
              </a:defRPr>
            </a:lvl1pPr>
          </a:lstStyle>
          <a:p>
            <a:pPr lvl="0"/>
            <a:r>
              <a:rPr lang="de-DE" dirty="0"/>
              <a:t>Aufzählung</a:t>
            </a:r>
          </a:p>
        </p:txBody>
      </p:sp>
      <p:sp>
        <p:nvSpPr>
          <p:cNvPr id="19" name="Textplatzhalter 16">
            <a:extLst>
              <a:ext uri="{FF2B5EF4-FFF2-40B4-BE49-F238E27FC236}">
                <a16:creationId xmlns:a16="http://schemas.microsoft.com/office/drawing/2014/main" id="{A20BFD24-7D7B-3531-ADE7-338B8E0150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571" y="3739273"/>
            <a:ext cx="6942609" cy="243143"/>
          </a:xfrm>
          <a:prstGeom prst="rect">
            <a:avLst/>
          </a:prstGeom>
        </p:spPr>
        <p:txBody>
          <a:bodyPr/>
          <a:lstStyle>
            <a:lvl1pPr rtl="0">
              <a:defRPr sz="1580">
                <a:latin typeface="+mn-lt"/>
              </a:defRPr>
            </a:lvl1pPr>
          </a:lstStyle>
          <a:p>
            <a:pPr lvl="0"/>
            <a:r>
              <a:rPr lang="de-DE" dirty="0"/>
              <a:t>Aufzählung</a:t>
            </a:r>
          </a:p>
        </p:txBody>
      </p:sp>
      <p:sp>
        <p:nvSpPr>
          <p:cNvPr id="20" name="Textplatzhalter 16">
            <a:extLst>
              <a:ext uri="{FF2B5EF4-FFF2-40B4-BE49-F238E27FC236}">
                <a16:creationId xmlns:a16="http://schemas.microsoft.com/office/drawing/2014/main" id="{170CDC3B-CB3B-9AAC-3E6F-DA2587708D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571" y="4165597"/>
            <a:ext cx="6942609" cy="243143"/>
          </a:xfrm>
          <a:prstGeom prst="rect">
            <a:avLst/>
          </a:prstGeom>
        </p:spPr>
        <p:txBody>
          <a:bodyPr/>
          <a:lstStyle>
            <a:lvl1pPr rtl="0">
              <a:defRPr sz="1580">
                <a:latin typeface="+mn-lt"/>
              </a:defRPr>
            </a:lvl1pPr>
          </a:lstStyle>
          <a:p>
            <a:pPr lvl="0"/>
            <a:r>
              <a:rPr lang="de-DE" dirty="0"/>
              <a:t>Aufzählung</a:t>
            </a:r>
          </a:p>
        </p:txBody>
      </p:sp>
      <p:sp>
        <p:nvSpPr>
          <p:cNvPr id="21" name="Textplatzhalter 16">
            <a:extLst>
              <a:ext uri="{FF2B5EF4-FFF2-40B4-BE49-F238E27FC236}">
                <a16:creationId xmlns:a16="http://schemas.microsoft.com/office/drawing/2014/main" id="{4680ADD5-BEFD-C372-D442-F832650A72F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200" y="4594079"/>
            <a:ext cx="6942609" cy="243143"/>
          </a:xfrm>
          <a:prstGeom prst="rect">
            <a:avLst/>
          </a:prstGeom>
        </p:spPr>
        <p:txBody>
          <a:bodyPr/>
          <a:lstStyle>
            <a:lvl1pPr rtl="0">
              <a:defRPr sz="1580">
                <a:latin typeface="+mn-lt"/>
              </a:defRPr>
            </a:lvl1pPr>
          </a:lstStyle>
          <a:p>
            <a:pPr lvl="0"/>
            <a:r>
              <a:rPr lang="de-DE" dirty="0"/>
              <a:t>Aufzählung</a:t>
            </a:r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8F70A6F7-353B-3D21-2718-A6DA5142230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23463" y="432000"/>
            <a:ext cx="1933575" cy="517325"/>
          </a:xfr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3" name="Titel 22">
            <a:extLst>
              <a:ext uri="{FF2B5EF4-FFF2-40B4-BE49-F238E27FC236}">
                <a16:creationId xmlns:a16="http://schemas.microsoft.com/office/drawing/2014/main" id="{46469FFF-0FF4-26A0-1005-D6C0AA371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23" y="623708"/>
            <a:ext cx="6935777" cy="624839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26" name="Textplatzhalter 7">
            <a:extLst>
              <a:ext uri="{FF2B5EF4-FFF2-40B4-BE49-F238E27FC236}">
                <a16:creationId xmlns:a16="http://schemas.microsoft.com/office/drawing/2014/main" id="{8454CF53-FA58-D665-EE3A-C238C8EB74E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5460" y="1280297"/>
            <a:ext cx="6935776" cy="258763"/>
          </a:xfrm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Fußzeilenplatzhalter 15">
            <a:extLst>
              <a:ext uri="{FF2B5EF4-FFF2-40B4-BE49-F238E27FC236}">
                <a16:creationId xmlns:a16="http://schemas.microsoft.com/office/drawing/2014/main" id="{8E1AC6F5-AE87-A671-D797-024A921B5E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30" name="Foliennummernplatzhalter 16">
            <a:extLst>
              <a:ext uri="{FF2B5EF4-FFF2-40B4-BE49-F238E27FC236}">
                <a16:creationId xmlns:a16="http://schemas.microsoft.com/office/drawing/2014/main" id="{C23305A2-08BF-C1EC-A04A-27EE27AFEF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Textplatzhalter 12">
            <a:extLst>
              <a:ext uri="{FF2B5EF4-FFF2-40B4-BE49-F238E27FC236}">
                <a16:creationId xmlns:a16="http://schemas.microsoft.com/office/drawing/2014/main" id="{3B5CC7B7-71FD-E4CC-5DAD-92B9C79DB59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6076" y="6308725"/>
            <a:ext cx="6941878" cy="252413"/>
          </a:xfrm>
        </p:spPr>
        <p:txBody>
          <a:bodyPr anchor="ctr"/>
          <a:lstStyle>
            <a:lvl1pPr marL="0" indent="0" rtl="0">
              <a:spcAft>
                <a:spcPts val="0"/>
              </a:spcAft>
              <a:buNone/>
              <a:defRPr sz="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40645506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+ Aufzählung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CD10A994-2D4C-C8F3-6982-FFBC018935A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925707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10A994-2D4C-C8F3-6982-FFBC018935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Bildplatzhalter">
            <a:extLst>
              <a:ext uri="{FF2B5EF4-FFF2-40B4-BE49-F238E27FC236}">
                <a16:creationId xmlns:a16="http://schemas.microsoft.com/office/drawing/2014/main" id="{D627C073-3AC9-4758-F7D1-9BF94962ED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20800" y="0"/>
            <a:ext cx="4471200" cy="4114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/>
            </a:lvl1pPr>
          </a:lstStyle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0" name="Balken">
            <a:extLst>
              <a:ext uri="{FF2B5EF4-FFF2-40B4-BE49-F238E27FC236}">
                <a16:creationId xmlns:a16="http://schemas.microsoft.com/office/drawing/2014/main" id="{BA1181D0-ACA7-6E78-09B6-B1ABF137394F}"/>
              </a:ext>
            </a:extLst>
          </p:cNvPr>
          <p:cNvSpPr/>
          <p:nvPr userDrawn="1"/>
        </p:nvSpPr>
        <p:spPr>
          <a:xfrm>
            <a:off x="7721785" y="4025850"/>
            <a:ext cx="4470215" cy="2832150"/>
          </a:xfrm>
          <a:custGeom>
            <a:avLst/>
            <a:gdLst/>
            <a:ahLst/>
            <a:cxnLst/>
            <a:rect l="l" t="t" r="r" b="b"/>
            <a:pathLst>
              <a:path w="7371715" h="4670425">
                <a:moveTo>
                  <a:pt x="7371503" y="0"/>
                </a:moveTo>
                <a:lnTo>
                  <a:pt x="0" y="0"/>
                </a:lnTo>
                <a:lnTo>
                  <a:pt x="0" y="4670014"/>
                </a:lnTo>
                <a:lnTo>
                  <a:pt x="7371503" y="4670014"/>
                </a:lnTo>
                <a:lnTo>
                  <a:pt x="7371503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3562F5E-AE77-A887-38FC-AB47CD952F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3571" y="5360400"/>
            <a:ext cx="6941878" cy="639214"/>
          </a:xfrm>
          <a:prstGeom prst="rect">
            <a:avLst/>
          </a:prstGeom>
        </p:spPr>
        <p:txBody>
          <a:bodyPr/>
          <a:lstStyle>
            <a:lvl1pPr marL="0" indent="0" rtl="0">
              <a:spcAft>
                <a:spcPts val="200"/>
              </a:spcAft>
              <a:buFont typeface="Arial" panose="020B0604020202020204" pitchFamily="34" charset="0"/>
              <a:buNone/>
              <a:defRPr sz="2490" b="1" spc="-10" baseline="0">
                <a:solidFill>
                  <a:schemeClr val="accent1"/>
                </a:solidFill>
              </a:defRPr>
            </a:lvl1pPr>
            <a:lvl2pPr marL="0" algn="l" rtl="0">
              <a:lnSpc>
                <a:spcPct val="101000"/>
              </a:lnSpc>
              <a:defRPr sz="1580" spc="-20" baseline="0"/>
            </a:lvl2pPr>
          </a:lstStyle>
          <a:p>
            <a:pPr lvl="0"/>
            <a:r>
              <a:rPr lang="de-DE" dirty="0"/>
              <a:t>Erste + zweite Ebene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073B9922-6D27-6ECB-07DF-FBBC7F3CAD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1323" y="2884465"/>
            <a:ext cx="6935518" cy="2285412"/>
          </a:xfrm>
          <a:prstGeom prst="rect">
            <a:avLst/>
          </a:prstGeom>
        </p:spPr>
        <p:txBody>
          <a:bodyPr/>
          <a:lstStyle>
            <a:lvl1pPr marL="285750" indent="-285750" rtl="0">
              <a:buFontTx/>
              <a:buBlip>
                <a:blip r:embed="rId5"/>
              </a:buBlip>
              <a:defRPr sz="1580">
                <a:latin typeface="+mn-lt"/>
              </a:defRPr>
            </a:lvl1pPr>
          </a:lstStyle>
          <a:p>
            <a:pPr lvl="0"/>
            <a:r>
              <a:rPr lang="de-DE" dirty="0"/>
              <a:t>Aufzählung</a:t>
            </a:r>
          </a:p>
        </p:txBody>
      </p: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331EF84D-E8FB-1A69-830C-F61D0D829D8E}"/>
              </a:ext>
            </a:extLst>
          </p:cNvPr>
          <p:cNvCxnSpPr>
            <a:cxnSpLocks/>
          </p:cNvCxnSpPr>
          <p:nvPr userDrawn="1"/>
        </p:nvCxnSpPr>
        <p:spPr>
          <a:xfrm>
            <a:off x="333483" y="2757268"/>
            <a:ext cx="694335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FDA8A0F0-5FAA-704B-B745-D7E2467286A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23463" y="432000"/>
            <a:ext cx="1933575" cy="517325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" name="Textplatzhalter 1">
            <a:extLst>
              <a:ext uri="{FF2B5EF4-FFF2-40B4-BE49-F238E27FC236}">
                <a16:creationId xmlns:a16="http://schemas.microsoft.com/office/drawing/2014/main" id="{4F3FC3E3-C25B-3392-20E4-FD545A914F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963" y="360000"/>
            <a:ext cx="6941878" cy="266227"/>
          </a:xfrm>
          <a:prstGeom prst="rect">
            <a:avLst/>
          </a:prstGeom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 sz="1600" b="0" spc="-40" baseline="0">
                <a:solidFill>
                  <a:schemeClr val="accent1"/>
                </a:solidFill>
              </a:defRPr>
            </a:lvl1pPr>
            <a:lvl2pPr>
              <a:defRPr sz="1730"/>
            </a:lvl2pPr>
            <a:lvl3pPr>
              <a:defRPr sz="1730"/>
            </a:lvl3pPr>
            <a:lvl4pPr>
              <a:defRPr sz="1730"/>
            </a:lvl4pPr>
            <a:lvl5pPr>
              <a:defRPr sz="173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Titel 22">
            <a:extLst>
              <a:ext uri="{FF2B5EF4-FFF2-40B4-BE49-F238E27FC236}">
                <a16:creationId xmlns:a16="http://schemas.microsoft.com/office/drawing/2014/main" id="{2B81CB53-250D-7F78-32F5-1964F2D7F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23" y="623708"/>
            <a:ext cx="6935777" cy="624839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A3FE0B9-0FA5-EB51-AF08-FBC75323475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5460" y="1280297"/>
            <a:ext cx="6935776" cy="258763"/>
          </a:xfrm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D70867E9-1942-CD47-5993-5DEA0DE460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46800" y="5067584"/>
            <a:ext cx="3710238" cy="1241141"/>
          </a:xfrm>
          <a:prstGeom prst="rect">
            <a:avLst/>
          </a:prstGeom>
        </p:spPr>
        <p:txBody>
          <a:bodyPr/>
          <a:lstStyle>
            <a:lvl1pPr marL="0" indent="0" rtl="0">
              <a:lnSpc>
                <a:spcPct val="101000"/>
              </a:lnSpc>
              <a:buFont typeface="Arial" panose="020B0604020202020204" pitchFamily="34" charset="0"/>
              <a:buNone/>
              <a:defRPr sz="1580" spc="-20" baseline="0">
                <a:solidFill>
                  <a:schemeClr val="bg1"/>
                </a:solidFill>
              </a:defRPr>
            </a:lvl1pPr>
            <a:lvl2pPr marL="0" indent="0" rtl="0">
              <a:buNone/>
              <a:defRPr sz="1580"/>
            </a:lvl2pPr>
            <a:lvl3pPr>
              <a:defRPr sz="1580"/>
            </a:lvl3pPr>
            <a:lvl4pPr>
              <a:defRPr sz="1580"/>
            </a:lvl4pPr>
            <a:lvl5pPr>
              <a:defRPr sz="158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pic>
        <p:nvPicPr>
          <p:cNvPr id="18" name="Icon">
            <a:extLst>
              <a:ext uri="{FF2B5EF4-FFF2-40B4-BE49-F238E27FC236}">
                <a16:creationId xmlns:a16="http://schemas.microsoft.com/office/drawing/2014/main" id="{EEE368E7-96BD-C14F-9592-759C2F176BD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21400" y="4240994"/>
            <a:ext cx="648000" cy="648000"/>
          </a:xfrm>
          <a:prstGeom prst="rect">
            <a:avLst/>
          </a:prstGeom>
        </p:spPr>
      </p:pic>
      <p:sp>
        <p:nvSpPr>
          <p:cNvPr id="19" name="Fußzeilenplatzhalter 15">
            <a:extLst>
              <a:ext uri="{FF2B5EF4-FFF2-40B4-BE49-F238E27FC236}">
                <a16:creationId xmlns:a16="http://schemas.microsoft.com/office/drawing/2014/main" id="{3ADBB392-ED41-B6D6-DCF2-01C87A316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20" name="Foliennummernplatzhalter 16">
            <a:extLst>
              <a:ext uri="{FF2B5EF4-FFF2-40B4-BE49-F238E27FC236}">
                <a16:creationId xmlns:a16="http://schemas.microsoft.com/office/drawing/2014/main" id="{5DD7DE48-8E58-C9DD-75F1-CE7DA9473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Textplatzhalter 12">
            <a:extLst>
              <a:ext uri="{FF2B5EF4-FFF2-40B4-BE49-F238E27FC236}">
                <a16:creationId xmlns:a16="http://schemas.microsoft.com/office/drawing/2014/main" id="{6C5E7D2E-0364-8905-C646-555171208B5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6076" y="6308725"/>
            <a:ext cx="6941878" cy="252413"/>
          </a:xfrm>
        </p:spPr>
        <p:txBody>
          <a:bodyPr anchor="ctr"/>
          <a:lstStyle>
            <a:lvl1pPr marL="0" indent="0" rtl="0">
              <a:spcAft>
                <a:spcPts val="0"/>
              </a:spcAft>
              <a:buNone/>
              <a:defRPr sz="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511259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Text, Schrift, Symbol, Logo enthält.&#10;&#10;Automatisch generierte Beschreibung">
            <a:extLst>
              <a:ext uri="{FF2B5EF4-FFF2-40B4-BE49-F238E27FC236}">
                <a16:creationId xmlns:a16="http://schemas.microsoft.com/office/drawing/2014/main" id="{C7C285E9-BA40-C720-998B-3EB2920D42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174" y="383229"/>
            <a:ext cx="2010258" cy="61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626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0A2B48A-3A0E-6970-F6FC-D01E5BC90C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274746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Bildplatzhalter 3">
            <a:extLst>
              <a:ext uri="{FF2B5EF4-FFF2-40B4-BE49-F238E27FC236}">
                <a16:creationId xmlns:a16="http://schemas.microsoft.com/office/drawing/2014/main" id="{823FE7AB-1FA6-8EFF-C318-BA10C3EF32C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accent6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" name="Textplatzhalter 17">
            <a:extLst>
              <a:ext uri="{FF2B5EF4-FFF2-40B4-BE49-F238E27FC236}">
                <a16:creationId xmlns:a16="http://schemas.microsoft.com/office/drawing/2014/main" id="{71CFAC49-3BCF-F599-1CA8-74328E1B84E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23463" y="432000"/>
            <a:ext cx="1933575" cy="517325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7" name="Fußzeilenplatzhalter 15">
            <a:extLst>
              <a:ext uri="{FF2B5EF4-FFF2-40B4-BE49-F238E27FC236}">
                <a16:creationId xmlns:a16="http://schemas.microsoft.com/office/drawing/2014/main" id="{1967B766-3F72-A83F-543C-6D42176F20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8" name="Foliennummernplatzhalter 16">
            <a:extLst>
              <a:ext uri="{FF2B5EF4-FFF2-40B4-BE49-F238E27FC236}">
                <a16:creationId xmlns:a16="http://schemas.microsoft.com/office/drawing/2014/main" id="{D7FF685E-4616-011A-A273-D0A9367802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Textplatzhalter 12">
            <a:extLst>
              <a:ext uri="{FF2B5EF4-FFF2-40B4-BE49-F238E27FC236}">
                <a16:creationId xmlns:a16="http://schemas.microsoft.com/office/drawing/2014/main" id="{8A50E517-3B04-839E-FD3F-379999137C6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6076" y="6308725"/>
            <a:ext cx="11510962" cy="252413"/>
          </a:xfrm>
        </p:spPr>
        <p:txBody>
          <a:bodyPr anchor="ctr"/>
          <a:lstStyle>
            <a:lvl1pPr marL="0" indent="0" rtl="0">
              <a:spcAft>
                <a:spcPts val="0"/>
              </a:spcAft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33663727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+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0A2B48A-3A0E-6970-F6FC-D01E5BC90C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133116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0A2B48A-3A0E-6970-F6FC-D01E5BC90C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eck 9">
            <a:extLst>
              <a:ext uri="{FF2B5EF4-FFF2-40B4-BE49-F238E27FC236}">
                <a16:creationId xmlns:a16="http://schemas.microsoft.com/office/drawing/2014/main" id="{16C72D67-AA2F-A8DD-DC6D-1A36FEC8D132}"/>
              </a:ext>
            </a:extLst>
          </p:cNvPr>
          <p:cNvSpPr/>
          <p:nvPr userDrawn="1"/>
        </p:nvSpPr>
        <p:spPr>
          <a:xfrm>
            <a:off x="6906127" y="3248525"/>
            <a:ext cx="4950912" cy="30601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216000" rIns="252000" rtlCol="0" anchor="ctr"/>
          <a:lstStyle/>
          <a:p>
            <a:pPr algn="ctr"/>
            <a:endParaRPr lang="de-DE" sz="1400" noProof="0" dirty="0">
              <a:solidFill>
                <a:schemeClr val="bg1"/>
              </a:solidFill>
            </a:endParaRP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120BB606-FBB3-9D22-7157-790537820D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6906127 w 12192000"/>
              <a:gd name="connsiteY0" fmla="*/ 3248525 h 6858000"/>
              <a:gd name="connsiteX1" fmla="*/ 6906127 w 12192000"/>
              <a:gd name="connsiteY1" fmla="*/ 6308724 h 6858000"/>
              <a:gd name="connsiteX2" fmla="*/ 11857039 w 12192000"/>
              <a:gd name="connsiteY2" fmla="*/ 6308724 h 6858000"/>
              <a:gd name="connsiteX3" fmla="*/ 11857039 w 12192000"/>
              <a:gd name="connsiteY3" fmla="*/ 3248525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6906127" y="3248525"/>
                </a:moveTo>
                <a:lnTo>
                  <a:pt x="6906127" y="6308724"/>
                </a:lnTo>
                <a:lnTo>
                  <a:pt x="11857039" y="6308724"/>
                </a:lnTo>
                <a:lnTo>
                  <a:pt x="11857039" y="324852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" name="Textplatzhalter 17">
            <a:extLst>
              <a:ext uri="{FF2B5EF4-FFF2-40B4-BE49-F238E27FC236}">
                <a16:creationId xmlns:a16="http://schemas.microsoft.com/office/drawing/2014/main" id="{71CFAC49-3BCF-F599-1CA8-74328E1B84E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23463" y="432000"/>
            <a:ext cx="1933575" cy="517325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7" name="Fußzeilenplatzhalter 15">
            <a:extLst>
              <a:ext uri="{FF2B5EF4-FFF2-40B4-BE49-F238E27FC236}">
                <a16:creationId xmlns:a16="http://schemas.microsoft.com/office/drawing/2014/main" id="{1967B766-3F72-A83F-543C-6D42176F20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8" name="Foliennummernplatzhalter 16">
            <a:extLst>
              <a:ext uri="{FF2B5EF4-FFF2-40B4-BE49-F238E27FC236}">
                <a16:creationId xmlns:a16="http://schemas.microsoft.com/office/drawing/2014/main" id="{D7FF685E-4616-011A-A273-D0A9367802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Textplatzhalter 12">
            <a:extLst>
              <a:ext uri="{FF2B5EF4-FFF2-40B4-BE49-F238E27FC236}">
                <a16:creationId xmlns:a16="http://schemas.microsoft.com/office/drawing/2014/main" id="{8A50E517-3B04-839E-FD3F-379999137C6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6076" y="6308725"/>
            <a:ext cx="11510962" cy="252413"/>
          </a:xfrm>
        </p:spPr>
        <p:txBody>
          <a:bodyPr anchor="ctr"/>
          <a:lstStyle>
            <a:lvl1pPr marL="0" indent="0" rtl="0">
              <a:spcAft>
                <a:spcPts val="0"/>
              </a:spcAft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41258151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nd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8FBDA16-78AD-E71F-D001-D811E33F3F9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86635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Grafik 5">
            <a:extLst>
              <a:ext uri="{FF2B5EF4-FFF2-40B4-BE49-F238E27FC236}">
                <a16:creationId xmlns:a16="http://schemas.microsoft.com/office/drawing/2014/main" id="{DF3E4064-4153-A223-C2A2-A8FB7371D3E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665" t="18307" r="7974" b="900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ußzeilenplatzhalter 15">
            <a:extLst>
              <a:ext uri="{FF2B5EF4-FFF2-40B4-BE49-F238E27FC236}">
                <a16:creationId xmlns:a16="http://schemas.microsoft.com/office/drawing/2014/main" id="{2A006BD9-FFF8-07C1-808C-EFB6E0FCFC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4" name="Foliennummernplatzhalter 16">
            <a:extLst>
              <a:ext uri="{FF2B5EF4-FFF2-40B4-BE49-F238E27FC236}">
                <a16:creationId xmlns:a16="http://schemas.microsoft.com/office/drawing/2014/main" id="{CD5897FC-4CB2-9A73-2684-765A424FCC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tx1"/>
                </a:solidFill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Textplatzhalter 12">
            <a:extLst>
              <a:ext uri="{FF2B5EF4-FFF2-40B4-BE49-F238E27FC236}">
                <a16:creationId xmlns:a16="http://schemas.microsoft.com/office/drawing/2014/main" id="{0816DDFC-B374-3394-BD06-0C0C289F069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6076" y="6308725"/>
            <a:ext cx="11510962" cy="252413"/>
          </a:xfrm>
        </p:spPr>
        <p:txBody>
          <a:bodyPr anchor="ctr"/>
          <a:lstStyle>
            <a:lvl1pPr marL="0" indent="0" rtl="0">
              <a:spcAft>
                <a:spcPts val="0"/>
              </a:spcAft>
              <a:buNone/>
              <a:defRPr sz="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  <p:pic>
        <p:nvPicPr>
          <p:cNvPr id="7" name="Grafik 6" descr="Ein Bild, das Text, Schrift, Symbol, Logo enthält.&#10;&#10;Automatisch generierte Beschreibung">
            <a:extLst>
              <a:ext uri="{FF2B5EF4-FFF2-40B4-BE49-F238E27FC236}">
                <a16:creationId xmlns:a16="http://schemas.microsoft.com/office/drawing/2014/main" id="{EA05BE49-FC43-BDAD-96E0-ED6152CEA994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174" y="383229"/>
            <a:ext cx="2010258" cy="61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1783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C7C630D-C2F7-05BB-E6B7-A07F645CBC6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530929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feil">
            <a:extLst>
              <a:ext uri="{FF2B5EF4-FFF2-40B4-BE49-F238E27FC236}">
                <a16:creationId xmlns:a16="http://schemas.microsoft.com/office/drawing/2014/main" id="{2ED0F357-3ADA-8971-A55B-5D1D35CE9A3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279571" y="5952315"/>
            <a:ext cx="360000" cy="360000"/>
          </a:xfrm>
          <a:prstGeom prst="rect">
            <a:avLst/>
          </a:prstGeom>
        </p:spPr>
      </p:pic>
      <p:sp>
        <p:nvSpPr>
          <p:cNvPr id="18" name="Textplatzhalter 3">
            <a:extLst>
              <a:ext uri="{FF2B5EF4-FFF2-40B4-BE49-F238E27FC236}">
                <a16:creationId xmlns:a16="http://schemas.microsoft.com/office/drawing/2014/main" id="{F9DE597E-2CD6-6F67-8EC8-7D7F81D1877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3241" y="5327248"/>
            <a:ext cx="3710936" cy="981477"/>
          </a:xfrm>
          <a:prstGeom prst="rect">
            <a:avLst/>
          </a:prstGeom>
        </p:spPr>
        <p:txBody>
          <a:bodyPr anchor="b"/>
          <a:lstStyle>
            <a:lvl1pPr marL="0" indent="0" algn="r" rtl="0">
              <a:spcAft>
                <a:spcPts val="300"/>
              </a:spcAft>
              <a:buFont typeface="Arial" panose="020B0604020202020204" pitchFamily="34" charset="0"/>
              <a:buNone/>
              <a:defRPr sz="2490" b="0" spc="-30" baseline="0">
                <a:solidFill>
                  <a:schemeClr val="bg2"/>
                </a:solidFill>
                <a:latin typeface="+mn-lt"/>
              </a:defRPr>
            </a:lvl1pPr>
            <a:lvl2pPr marL="0" algn="l">
              <a:defRPr sz="2300">
                <a:solidFill>
                  <a:schemeClr val="bg2"/>
                </a:solidFill>
                <a:latin typeface="+mn-lt"/>
              </a:defRPr>
            </a:lvl2pPr>
            <a:lvl3pPr marL="0" algn="ctr">
              <a:defRPr>
                <a:solidFill>
                  <a:schemeClr val="bg2"/>
                </a:solidFill>
                <a:latin typeface="+mn-lt"/>
              </a:defRPr>
            </a:lvl3pPr>
            <a:lvl4pPr marL="0" algn="ctr">
              <a:defRPr>
                <a:solidFill>
                  <a:schemeClr val="bg2"/>
                </a:solidFill>
                <a:latin typeface="+mn-lt"/>
              </a:defRPr>
            </a:lvl4pPr>
            <a:lvl5pPr marL="0" algn="ctr">
              <a:defRPr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de-DE" dirty="0"/>
              <a:t>Text bearbeiten</a:t>
            </a:r>
          </a:p>
        </p:txBody>
      </p:sp>
      <p:sp>
        <p:nvSpPr>
          <p:cNvPr id="21" name="Bildplatzhalter">
            <a:extLst>
              <a:ext uri="{FF2B5EF4-FFF2-40B4-BE49-F238E27FC236}">
                <a16:creationId xmlns:a16="http://schemas.microsoft.com/office/drawing/2014/main" id="{DEC3CB97-49DF-D774-4093-CAAB5FBC87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733673" y="4180114"/>
            <a:ext cx="2128611" cy="2128611"/>
          </a:xfrm>
          <a:prstGeom prst="rect">
            <a:avLst/>
          </a:prstGeom>
          <a:solidFill>
            <a:schemeClr val="bg1"/>
          </a:solidFill>
        </p:spPr>
        <p:txBody>
          <a:bodyPr anchor="ctr" anchorCtr="0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QR </a:t>
            </a:r>
            <a:br>
              <a:rPr lang="de-DE"/>
            </a:br>
            <a:r>
              <a:rPr lang="de-DE"/>
              <a:t>Platzh.</a:t>
            </a:r>
            <a:endParaRPr lang="de-DE" dirty="0"/>
          </a:p>
        </p:txBody>
      </p:sp>
      <p:sp>
        <p:nvSpPr>
          <p:cNvPr id="2" name="Bubble">
            <a:extLst>
              <a:ext uri="{FF2B5EF4-FFF2-40B4-BE49-F238E27FC236}">
                <a16:creationId xmlns:a16="http://schemas.microsoft.com/office/drawing/2014/main" id="{DB9D6CC1-ACCF-2721-68B1-5CB21D8424B5}"/>
              </a:ext>
            </a:extLst>
          </p:cNvPr>
          <p:cNvSpPr/>
          <p:nvPr userDrawn="1"/>
        </p:nvSpPr>
        <p:spPr>
          <a:xfrm>
            <a:off x="749660" y="2627436"/>
            <a:ext cx="3542979" cy="3542979"/>
          </a:xfrm>
          <a:prstGeom prst="ellipse">
            <a:avLst/>
          </a:prstGeom>
          <a:solidFill>
            <a:schemeClr val="tx1"/>
          </a:solidFill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3" name="Linie">
            <a:extLst>
              <a:ext uri="{FF2B5EF4-FFF2-40B4-BE49-F238E27FC236}">
                <a16:creationId xmlns:a16="http://schemas.microsoft.com/office/drawing/2014/main" id="{F941812D-E034-14C0-3F80-2596F6D0EEDC}"/>
              </a:ext>
            </a:extLst>
          </p:cNvPr>
          <p:cNvSpPr/>
          <p:nvPr userDrawn="1"/>
        </p:nvSpPr>
        <p:spPr>
          <a:xfrm>
            <a:off x="1192213" y="4398925"/>
            <a:ext cx="2657331" cy="0"/>
          </a:xfrm>
          <a:custGeom>
            <a:avLst/>
            <a:gdLst/>
            <a:ahLst/>
            <a:cxnLst/>
            <a:rect l="l" t="t" r="r" b="b"/>
            <a:pathLst>
              <a:path w="4382134">
                <a:moveTo>
                  <a:pt x="0" y="0"/>
                </a:moveTo>
                <a:lnTo>
                  <a:pt x="4381761" y="0"/>
                </a:lnTo>
              </a:path>
            </a:pathLst>
          </a:custGeom>
          <a:ln w="2286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C2AD43DA-7D6B-DF07-4260-6D12DF1CB6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07307" y="4559292"/>
            <a:ext cx="2627143" cy="1083374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 rtl="0">
              <a:spcAft>
                <a:spcPts val="300"/>
              </a:spcAft>
              <a:buFont typeface="Arial" panose="020B0604020202020204" pitchFamily="34" charset="0"/>
              <a:buNone/>
              <a:defRPr sz="3520" b="1">
                <a:solidFill>
                  <a:schemeClr val="bg2"/>
                </a:solidFill>
                <a:latin typeface="+mn-lt"/>
              </a:defRPr>
            </a:lvl1pPr>
            <a:lvl2pPr marL="0" algn="ctr">
              <a:defRPr sz="2300">
                <a:solidFill>
                  <a:schemeClr val="bg2"/>
                </a:solidFill>
                <a:latin typeface="+mn-lt"/>
              </a:defRPr>
            </a:lvl2pPr>
            <a:lvl3pPr marL="0" algn="ctr">
              <a:defRPr>
                <a:solidFill>
                  <a:schemeClr val="bg2"/>
                </a:solidFill>
                <a:latin typeface="+mn-lt"/>
              </a:defRPr>
            </a:lvl3pPr>
            <a:lvl4pPr marL="0" algn="ctr">
              <a:defRPr>
                <a:solidFill>
                  <a:schemeClr val="bg2"/>
                </a:solidFill>
                <a:latin typeface="+mn-lt"/>
              </a:defRPr>
            </a:lvl4pPr>
            <a:lvl5pPr marL="0" algn="ctr">
              <a:defRPr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40BACC8E-45D6-56A3-BA60-F9A0B847B8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7307" y="3155185"/>
            <a:ext cx="2627143" cy="1083374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 rtl="0">
              <a:spcAft>
                <a:spcPts val="300"/>
              </a:spcAft>
              <a:buFont typeface="Arial" panose="020B0604020202020204" pitchFamily="34" charset="0"/>
              <a:buNone/>
              <a:defRPr sz="3520" b="1">
                <a:solidFill>
                  <a:schemeClr val="bg2"/>
                </a:solidFill>
                <a:latin typeface="+mn-lt"/>
              </a:defRPr>
            </a:lvl1pPr>
            <a:lvl2pPr marL="0" algn="ctr">
              <a:defRPr sz="2300">
                <a:solidFill>
                  <a:schemeClr val="bg2"/>
                </a:solidFill>
                <a:latin typeface="+mn-lt"/>
              </a:defRPr>
            </a:lvl2pPr>
            <a:lvl3pPr marL="0" algn="ctr">
              <a:defRPr>
                <a:solidFill>
                  <a:schemeClr val="bg2"/>
                </a:solidFill>
                <a:latin typeface="+mn-lt"/>
              </a:defRPr>
            </a:lvl3pPr>
            <a:lvl4pPr marL="0" algn="ctr">
              <a:defRPr>
                <a:solidFill>
                  <a:schemeClr val="bg2"/>
                </a:solidFill>
                <a:latin typeface="+mn-lt"/>
              </a:defRPr>
            </a:lvl4pPr>
            <a:lvl5pPr marL="0" algn="ctr">
              <a:defRPr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3871F6E5-C329-DC60-D16E-21828771E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450027"/>
            <a:ext cx="7742237" cy="1813694"/>
          </a:xfrm>
        </p:spPr>
        <p:txBody>
          <a:bodyPr vert="horz" anchor="t">
            <a:noAutofit/>
          </a:bodyPr>
          <a:lstStyle>
            <a:lvl1pPr rtl="0">
              <a:lnSpc>
                <a:spcPct val="80000"/>
              </a:lnSpc>
              <a:defRPr sz="7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15" name="Logo FHOOE">
            <a:extLst>
              <a:ext uri="{FF2B5EF4-FFF2-40B4-BE49-F238E27FC236}">
                <a16:creationId xmlns:a16="http://schemas.microsoft.com/office/drawing/2014/main" id="{E1B64286-F9E3-7927-F90D-655BF590E00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8514966" y="375397"/>
            <a:ext cx="3340800" cy="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2744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folie - 1 Per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C7C630D-C2F7-05BB-E6B7-A07F645CBC6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184694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C7C630D-C2F7-05BB-E6B7-A07F645CBC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Grafik 1" descr="Ein Bild, das Text, Schrift, Symbol, Logo enthält.&#10;&#10;Automatisch generierte Beschreibung">
            <a:extLst>
              <a:ext uri="{FF2B5EF4-FFF2-40B4-BE49-F238E27FC236}">
                <a16:creationId xmlns:a16="http://schemas.microsoft.com/office/drawing/2014/main" id="{A333D3E7-8A75-BB5F-621D-4FE79EA8C72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4348" y="352696"/>
            <a:ext cx="3342690" cy="1023206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C5325622-8133-C0C8-DED5-18CF589973AD}"/>
              </a:ext>
            </a:extLst>
          </p:cNvPr>
          <p:cNvSpPr/>
          <p:nvPr userDrawn="1"/>
        </p:nvSpPr>
        <p:spPr>
          <a:xfrm>
            <a:off x="0" y="0"/>
            <a:ext cx="8298756" cy="25203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00" dirty="0" err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3871F6E5-C329-DC60-D16E-21828771E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450027"/>
            <a:ext cx="7742237" cy="1813694"/>
          </a:xfrm>
        </p:spPr>
        <p:txBody>
          <a:bodyPr vert="horz" anchor="ctr">
            <a:noAutofit/>
          </a:bodyPr>
          <a:lstStyle>
            <a:lvl1pPr rtl="0">
              <a:lnSpc>
                <a:spcPct val="80000"/>
              </a:lnSpc>
              <a:defRPr sz="7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64C313AA-5F82-8336-0FE2-224F57DF28C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38913" y="3656862"/>
            <a:ext cx="1029878" cy="1029879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4461FB7C-A42C-9ED6-B8FC-FB70A482B5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48026" y="4794305"/>
            <a:ext cx="4076701" cy="298450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14" name="Textplatzhalter 12">
            <a:extLst>
              <a:ext uri="{FF2B5EF4-FFF2-40B4-BE49-F238E27FC236}">
                <a16:creationId xmlns:a16="http://schemas.microsoft.com/office/drawing/2014/main" id="{EB8A33C1-3C0E-E810-AED0-087AC0E8106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026" y="5189064"/>
            <a:ext cx="4076701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Position</a:t>
            </a:r>
          </a:p>
        </p:txBody>
      </p:sp>
      <p:sp>
        <p:nvSpPr>
          <p:cNvPr id="16" name="Textplatzhalter 12">
            <a:extLst>
              <a:ext uri="{FF2B5EF4-FFF2-40B4-BE49-F238E27FC236}">
                <a16:creationId xmlns:a16="http://schemas.microsoft.com/office/drawing/2014/main" id="{B484400D-1338-EFEA-9A62-B96F38A86A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44890" y="5983244"/>
            <a:ext cx="3779837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Email Adresse</a:t>
            </a:r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F5A385C0-8056-1514-654A-ADF5219B2A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44890" y="5595077"/>
            <a:ext cx="3779837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Telefonnummer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D435A1A5-4E88-BA69-9810-9B28620F1CDE}"/>
              </a:ext>
            </a:extLst>
          </p:cNvPr>
          <p:cNvSpPr txBox="1"/>
          <p:nvPr userDrawn="1"/>
        </p:nvSpPr>
        <p:spPr>
          <a:xfrm>
            <a:off x="341313" y="3612572"/>
            <a:ext cx="6197600" cy="24314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de-DE" sz="2000" b="1" i="0" dirty="0">
                <a:solidFill>
                  <a:schemeClr val="tx1"/>
                </a:solidFill>
                <a:effectLst/>
                <a:latin typeface="+mn-lt"/>
              </a:rPr>
              <a:t>FH Oberösterreich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University </a:t>
            </a:r>
            <a:r>
              <a:rPr lang="de-DE" sz="2000" b="0" i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 Applied Sciences Upper Austria</a:t>
            </a:r>
            <a:br>
              <a:rPr lang="de-DE" dirty="0">
                <a:solidFill>
                  <a:schemeClr val="tx1"/>
                </a:solidFill>
                <a:latin typeface="+mn-lt"/>
              </a:rPr>
            </a:br>
            <a:br>
              <a:rPr lang="de-DE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 err="1">
                <a:solidFill>
                  <a:schemeClr val="tx1"/>
                </a:solidFill>
                <a:effectLst/>
                <a:latin typeface="+mn-lt"/>
              </a:rPr>
              <a:t>Roseggerstraße</a:t>
            </a: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 15, 4600 Wels, Austria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T +43 5 0804 10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F +43 5 0804 11900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E </a:t>
            </a:r>
            <a:r>
              <a:rPr lang="de-DE" sz="2000" b="0" i="0" u="sng" dirty="0">
                <a:solidFill>
                  <a:schemeClr val="tx1"/>
                </a:solidFill>
                <a:effectLst/>
                <a:latin typeface="+mn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info@fh-ooe.at</a:t>
            </a:r>
            <a:endParaRPr lang="de-DE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CBE447FF-CD8F-7C19-BA37-A5DCDEECBAFF}"/>
              </a:ext>
            </a:extLst>
          </p:cNvPr>
          <p:cNvSpPr txBox="1"/>
          <p:nvPr userDrawn="1"/>
        </p:nvSpPr>
        <p:spPr>
          <a:xfrm>
            <a:off x="6548026" y="5590414"/>
            <a:ext cx="239714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de-DE" sz="2000" dirty="0">
                <a:solidFill>
                  <a:schemeClr val="tx1"/>
                </a:solidFill>
                <a:latin typeface="+mn-lt"/>
              </a:rPr>
              <a:t>T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7D52B193-19AE-0408-BE62-A364FB52D61F}"/>
              </a:ext>
            </a:extLst>
          </p:cNvPr>
          <p:cNvSpPr txBox="1"/>
          <p:nvPr userDrawn="1"/>
        </p:nvSpPr>
        <p:spPr>
          <a:xfrm>
            <a:off x="6548026" y="5978581"/>
            <a:ext cx="239714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de-DE" sz="2000" dirty="0">
                <a:solidFill>
                  <a:schemeClr val="tx1"/>
                </a:solidFill>
                <a:latin typeface="+mn-lt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9150373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folie - 2 Person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C7C630D-C2F7-05BB-E6B7-A07F645CBC6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05417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C7C630D-C2F7-05BB-E6B7-A07F645CBC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hteck 20">
            <a:extLst>
              <a:ext uri="{FF2B5EF4-FFF2-40B4-BE49-F238E27FC236}">
                <a16:creationId xmlns:a16="http://schemas.microsoft.com/office/drawing/2014/main" id="{6856D632-4945-06BE-77A5-51EBBDA5A4E8}"/>
              </a:ext>
            </a:extLst>
          </p:cNvPr>
          <p:cNvSpPr/>
          <p:nvPr userDrawn="1"/>
        </p:nvSpPr>
        <p:spPr>
          <a:xfrm>
            <a:off x="0" y="0"/>
            <a:ext cx="8298756" cy="25203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00" dirty="0" err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3871F6E5-C329-DC60-D16E-21828771E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450027"/>
            <a:ext cx="7742237" cy="1813694"/>
          </a:xfrm>
        </p:spPr>
        <p:txBody>
          <a:bodyPr vert="horz" anchor="ctr">
            <a:noAutofit/>
          </a:bodyPr>
          <a:lstStyle>
            <a:lvl1pPr rtl="0">
              <a:lnSpc>
                <a:spcPct val="80000"/>
              </a:lnSpc>
              <a:defRPr sz="7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64C313AA-5F82-8336-0FE2-224F57DF28C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41148" y="3306187"/>
            <a:ext cx="1029878" cy="1029879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4461FB7C-A42C-9ED6-B8FC-FB70A482B5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67765" y="4443630"/>
            <a:ext cx="3649463" cy="298450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14" name="Textplatzhalter 12">
            <a:extLst>
              <a:ext uri="{FF2B5EF4-FFF2-40B4-BE49-F238E27FC236}">
                <a16:creationId xmlns:a16="http://schemas.microsoft.com/office/drawing/2014/main" id="{EB8A33C1-3C0E-E810-AED0-087AC0E8106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67765" y="4838389"/>
            <a:ext cx="3649463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Position</a:t>
            </a:r>
          </a:p>
        </p:txBody>
      </p:sp>
      <p:sp>
        <p:nvSpPr>
          <p:cNvPr id="16" name="Textplatzhalter 12">
            <a:extLst>
              <a:ext uri="{FF2B5EF4-FFF2-40B4-BE49-F238E27FC236}">
                <a16:creationId xmlns:a16="http://schemas.microsoft.com/office/drawing/2014/main" id="{B484400D-1338-EFEA-9A62-B96F38A86A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47125" y="5632569"/>
            <a:ext cx="3370103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Email Adresse</a:t>
            </a:r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F5A385C0-8056-1514-654A-ADF5219B2A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7125" y="5244402"/>
            <a:ext cx="3370103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Telefonnummer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D435A1A5-4E88-BA69-9810-9B28620F1CDE}"/>
              </a:ext>
            </a:extLst>
          </p:cNvPr>
          <p:cNvSpPr txBox="1"/>
          <p:nvPr userDrawn="1"/>
        </p:nvSpPr>
        <p:spPr>
          <a:xfrm>
            <a:off x="341313" y="3261737"/>
            <a:ext cx="2846387" cy="30469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de-DE" sz="2000" b="1" i="0" dirty="0">
                <a:solidFill>
                  <a:schemeClr val="tx1"/>
                </a:solidFill>
                <a:effectLst/>
                <a:latin typeface="+mn-lt"/>
              </a:rPr>
              <a:t>FH Oberösterreich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University </a:t>
            </a:r>
            <a:r>
              <a:rPr lang="de-DE" sz="2000" b="0" i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 Applied Sciences Upper Austria</a:t>
            </a:r>
            <a:br>
              <a:rPr lang="de-DE" dirty="0">
                <a:solidFill>
                  <a:schemeClr val="tx1"/>
                </a:solidFill>
                <a:latin typeface="+mn-lt"/>
              </a:rPr>
            </a:br>
            <a:br>
              <a:rPr lang="de-DE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 err="1">
                <a:solidFill>
                  <a:schemeClr val="tx1"/>
                </a:solidFill>
                <a:effectLst/>
                <a:latin typeface="+mn-lt"/>
              </a:rPr>
              <a:t>Roseggerstraße</a:t>
            </a: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 15, 4600 Wels, Austria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T +43 5 0804 10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F +43 5 0804 11900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E </a:t>
            </a:r>
            <a:r>
              <a:rPr lang="de-DE" sz="2000" b="0" i="0" u="sng" dirty="0">
                <a:solidFill>
                  <a:schemeClr val="tx1"/>
                </a:solidFill>
                <a:effectLst/>
                <a:latin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info@fh-ooe.at</a:t>
            </a:r>
            <a:endParaRPr lang="de-DE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CBE447FF-CD8F-7C19-BA37-A5DCDEECBAFF}"/>
              </a:ext>
            </a:extLst>
          </p:cNvPr>
          <p:cNvSpPr txBox="1"/>
          <p:nvPr userDrawn="1"/>
        </p:nvSpPr>
        <p:spPr>
          <a:xfrm>
            <a:off x="3750261" y="5239739"/>
            <a:ext cx="239714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de-DE" sz="2000" dirty="0">
                <a:solidFill>
                  <a:schemeClr val="tx1"/>
                </a:solidFill>
                <a:latin typeface="+mn-lt"/>
              </a:rPr>
              <a:t>T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7D52B193-19AE-0408-BE62-A364FB52D61F}"/>
              </a:ext>
            </a:extLst>
          </p:cNvPr>
          <p:cNvSpPr txBox="1"/>
          <p:nvPr userDrawn="1"/>
        </p:nvSpPr>
        <p:spPr>
          <a:xfrm>
            <a:off x="3750261" y="5627906"/>
            <a:ext cx="239714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de-DE" sz="2000" dirty="0">
                <a:solidFill>
                  <a:schemeClr val="tx1"/>
                </a:solidFill>
                <a:latin typeface="+mn-lt"/>
              </a:rPr>
              <a:t>E</a:t>
            </a:r>
          </a:p>
        </p:txBody>
      </p:sp>
      <p:sp>
        <p:nvSpPr>
          <p:cNvPr id="2" name="Bildplatzhalter 9">
            <a:extLst>
              <a:ext uri="{FF2B5EF4-FFF2-40B4-BE49-F238E27FC236}">
                <a16:creationId xmlns:a16="http://schemas.microsoft.com/office/drawing/2014/main" id="{52B9AEB2-2B74-010B-5062-94D89EA4220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00027" y="3306187"/>
            <a:ext cx="1029878" cy="1029879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Textplatzhalter 12">
            <a:extLst>
              <a:ext uri="{FF2B5EF4-FFF2-40B4-BE49-F238E27FC236}">
                <a16:creationId xmlns:a16="http://schemas.microsoft.com/office/drawing/2014/main" id="{E2E1F07C-C824-4E3F-6BA5-4ADF2D25AB3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09141" y="4443630"/>
            <a:ext cx="3685958" cy="298450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4" name="Textplatzhalter 12">
            <a:extLst>
              <a:ext uri="{FF2B5EF4-FFF2-40B4-BE49-F238E27FC236}">
                <a16:creationId xmlns:a16="http://schemas.microsoft.com/office/drawing/2014/main" id="{A3C2CEA0-EAC3-9DCF-C0DD-C5A6DA6D4C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09141" y="4838389"/>
            <a:ext cx="3685958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Position</a:t>
            </a:r>
          </a:p>
        </p:txBody>
      </p:sp>
      <p:sp>
        <p:nvSpPr>
          <p:cNvPr id="5" name="Textplatzhalter 12">
            <a:extLst>
              <a:ext uri="{FF2B5EF4-FFF2-40B4-BE49-F238E27FC236}">
                <a16:creationId xmlns:a16="http://schemas.microsoft.com/office/drawing/2014/main" id="{9D2AFBEF-B44B-9A0F-0A10-6DC8E68FD5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06004" y="5632569"/>
            <a:ext cx="3389095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Email Adresse</a:t>
            </a:r>
          </a:p>
        </p:txBody>
      </p: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C9BCB491-BE82-2178-C2DA-30BCB021C99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06004" y="5244402"/>
            <a:ext cx="3389095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Telefonnummer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C15282D-6F51-F434-584B-8E3D6ABA2B25}"/>
              </a:ext>
            </a:extLst>
          </p:cNvPr>
          <p:cNvSpPr txBox="1"/>
          <p:nvPr userDrawn="1"/>
        </p:nvSpPr>
        <p:spPr>
          <a:xfrm>
            <a:off x="8009140" y="5239739"/>
            <a:ext cx="239714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de-DE" sz="2000" dirty="0">
                <a:solidFill>
                  <a:schemeClr val="tx1"/>
                </a:solidFill>
                <a:latin typeface="+mn-lt"/>
              </a:rPr>
              <a:t>T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CAD356A-F9E8-D3DA-E529-60EB6C0C1540}"/>
              </a:ext>
            </a:extLst>
          </p:cNvPr>
          <p:cNvSpPr txBox="1"/>
          <p:nvPr userDrawn="1"/>
        </p:nvSpPr>
        <p:spPr>
          <a:xfrm>
            <a:off x="8009140" y="5627906"/>
            <a:ext cx="239714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de-DE" sz="2000" dirty="0">
                <a:solidFill>
                  <a:schemeClr val="tx1"/>
                </a:solidFill>
                <a:latin typeface="+mn-lt"/>
              </a:rPr>
              <a:t>E</a:t>
            </a:r>
          </a:p>
        </p:txBody>
      </p:sp>
      <p:pic>
        <p:nvPicPr>
          <p:cNvPr id="12" name="Grafik 11" descr="Ein Bild, das Text, Schrift, Symbol, Logo enthält.&#10;&#10;Automatisch generierte Beschreibung">
            <a:extLst>
              <a:ext uri="{FF2B5EF4-FFF2-40B4-BE49-F238E27FC236}">
                <a16:creationId xmlns:a16="http://schemas.microsoft.com/office/drawing/2014/main" id="{F6192705-0D49-13CE-FA16-1E5D5EA0865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4348" y="352696"/>
            <a:ext cx="3342690" cy="102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99207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FC92DB6-3BCF-F8C7-8941-551D301C0C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7312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FC92DB6-3BCF-F8C7-8941-551D301C0C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platzhalter 7">
            <a:extLst>
              <a:ext uri="{FF2B5EF4-FFF2-40B4-BE49-F238E27FC236}">
                <a16:creationId xmlns:a16="http://schemas.microsoft.com/office/drawing/2014/main" id="{F9C532F2-42E9-A916-FFA6-31EE57BC5E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962" y="2215610"/>
            <a:ext cx="11522075" cy="3305175"/>
          </a:xfrm>
          <a:prstGeom prst="rect">
            <a:avLst/>
          </a:prstGeom>
        </p:spPr>
        <p:txBody>
          <a:bodyPr anchor="b"/>
          <a:lstStyle>
            <a:lvl1pPr marL="0" indent="0" rtl="0">
              <a:lnSpc>
                <a:spcPct val="80000"/>
              </a:lnSpc>
              <a:buFont typeface="Arial" panose="020B0604020202020204" pitchFamily="34" charset="0"/>
              <a:buNone/>
              <a:defRPr sz="7000">
                <a:solidFill>
                  <a:schemeClr val="bg2"/>
                </a:solidFill>
                <a:latin typeface="+mj-lt"/>
              </a:defRPr>
            </a:lvl1pPr>
            <a:lvl2pPr>
              <a:defRPr sz="7000">
                <a:latin typeface="+mj-lt"/>
              </a:defRPr>
            </a:lvl2pPr>
            <a:lvl3pPr>
              <a:defRPr sz="7000">
                <a:latin typeface="+mj-lt"/>
              </a:defRPr>
            </a:lvl3pPr>
            <a:lvl4pPr>
              <a:defRPr sz="7000">
                <a:latin typeface="+mj-lt"/>
              </a:defRPr>
            </a:lvl4pPr>
            <a:lvl5pPr>
              <a:defRPr sz="7000">
                <a:latin typeface="+mj-lt"/>
              </a:defRPr>
            </a:lvl5pPr>
          </a:lstStyle>
          <a:p>
            <a:pPr lvl="0"/>
            <a:r>
              <a:rPr lang="de-DE" dirty="0"/>
              <a:t>Titelfolie</a:t>
            </a:r>
          </a:p>
          <a:p>
            <a:pPr lvl="0"/>
            <a:r>
              <a:rPr lang="de-DE" dirty="0"/>
              <a:t>Headline zwei- / dreizeilig über gesamte Breite</a:t>
            </a:r>
          </a:p>
        </p:txBody>
      </p:sp>
      <p:pic>
        <p:nvPicPr>
          <p:cNvPr id="3" name="Logo FHOOE">
            <a:extLst>
              <a:ext uri="{FF2B5EF4-FFF2-40B4-BE49-F238E27FC236}">
                <a16:creationId xmlns:a16="http://schemas.microsoft.com/office/drawing/2014/main" id="{D547313D-2774-B483-7660-BBE125E9377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514966" y="375397"/>
            <a:ext cx="3340800" cy="981477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6534EDF-53EF-8037-725E-7C053DE0039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5816600"/>
            <a:ext cx="11520487" cy="492125"/>
          </a:xfrm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 sz="28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Titelfolie </a:t>
            </a:r>
            <a:r>
              <a:rPr lang="de-DE" dirty="0" err="1"/>
              <a:t>Subline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653673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+ Bil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74BE801-662F-D87D-84C1-BC978EBC99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5773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74BE801-662F-D87D-84C1-BC978EBC99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Bildplatzhalter 5">
            <a:extLst>
              <a:ext uri="{FF2B5EF4-FFF2-40B4-BE49-F238E27FC236}">
                <a16:creationId xmlns:a16="http://schemas.microsoft.com/office/drawing/2014/main" id="{DA243E45-6611-6C37-5709-590BC986ED4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91250" y="0"/>
            <a:ext cx="6000750" cy="6858000"/>
          </a:xfrm>
          <a:custGeom>
            <a:avLst/>
            <a:gdLst>
              <a:gd name="connsiteX0" fmla="*/ 0 w 6000750"/>
              <a:gd name="connsiteY0" fmla="*/ 0 h 6858000"/>
              <a:gd name="connsiteX1" fmla="*/ 865755 w 6000750"/>
              <a:gd name="connsiteY1" fmla="*/ 0 h 6858000"/>
              <a:gd name="connsiteX2" fmla="*/ 865755 w 6000750"/>
              <a:gd name="connsiteY2" fmla="*/ 857190 h 6858000"/>
              <a:gd name="connsiteX3" fmla="*/ 1722946 w 6000750"/>
              <a:gd name="connsiteY3" fmla="*/ 857190 h 6858000"/>
              <a:gd name="connsiteX4" fmla="*/ 1722946 w 6000750"/>
              <a:gd name="connsiteY4" fmla="*/ 0 h 6858000"/>
              <a:gd name="connsiteX5" fmla="*/ 6000750 w 6000750"/>
              <a:gd name="connsiteY5" fmla="*/ 0 h 6858000"/>
              <a:gd name="connsiteX6" fmla="*/ 6000750 w 6000750"/>
              <a:gd name="connsiteY6" fmla="*/ 6858000 h 6858000"/>
              <a:gd name="connsiteX7" fmla="*/ 860426 w 6000750"/>
              <a:gd name="connsiteY7" fmla="*/ 6858000 h 6858000"/>
              <a:gd name="connsiteX8" fmla="*/ 860426 w 6000750"/>
              <a:gd name="connsiteY8" fmla="*/ 857193 h 6858000"/>
              <a:gd name="connsiteX9" fmla="*/ 0 w 6000750"/>
              <a:gd name="connsiteY9" fmla="*/ 85719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00750" h="6858000">
                <a:moveTo>
                  <a:pt x="0" y="0"/>
                </a:moveTo>
                <a:lnTo>
                  <a:pt x="865755" y="0"/>
                </a:lnTo>
                <a:lnTo>
                  <a:pt x="865755" y="857190"/>
                </a:lnTo>
                <a:lnTo>
                  <a:pt x="1722946" y="857190"/>
                </a:lnTo>
                <a:lnTo>
                  <a:pt x="1722946" y="0"/>
                </a:lnTo>
                <a:lnTo>
                  <a:pt x="6000750" y="0"/>
                </a:lnTo>
                <a:lnTo>
                  <a:pt x="6000750" y="6858000"/>
                </a:lnTo>
                <a:lnTo>
                  <a:pt x="860426" y="6858000"/>
                </a:lnTo>
                <a:lnTo>
                  <a:pt x="860426" y="857193"/>
                </a:lnTo>
                <a:lnTo>
                  <a:pt x="0" y="85719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/>
            </a:lvl1pPr>
          </a:lstStyle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F9C532F2-42E9-A916-FFA6-31EE57BC5E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963" y="1356874"/>
            <a:ext cx="6250664" cy="4163911"/>
          </a:xfrm>
          <a:prstGeom prst="rect">
            <a:avLst/>
          </a:prstGeom>
        </p:spPr>
        <p:txBody>
          <a:bodyPr anchor="b"/>
          <a:lstStyle>
            <a:lvl1pPr marL="0" indent="0" rtl="0">
              <a:lnSpc>
                <a:spcPct val="80000"/>
              </a:lnSpc>
              <a:buFont typeface="Arial" panose="020B0604020202020204" pitchFamily="34" charset="0"/>
              <a:buNone/>
              <a:defRPr sz="7000">
                <a:solidFill>
                  <a:schemeClr val="bg2"/>
                </a:solidFill>
                <a:latin typeface="+mj-lt"/>
              </a:defRPr>
            </a:lvl1pPr>
            <a:lvl2pPr>
              <a:defRPr sz="7000">
                <a:latin typeface="+mj-lt"/>
              </a:defRPr>
            </a:lvl2pPr>
            <a:lvl3pPr>
              <a:defRPr sz="7000">
                <a:latin typeface="+mj-lt"/>
              </a:defRPr>
            </a:lvl3pPr>
            <a:lvl4pPr>
              <a:defRPr sz="7000">
                <a:latin typeface="+mj-lt"/>
              </a:defRPr>
            </a:lvl4pPr>
            <a:lvl5pPr>
              <a:defRPr sz="7000">
                <a:latin typeface="+mj-lt"/>
              </a:defRPr>
            </a:lvl5pPr>
          </a:lstStyle>
          <a:p>
            <a:pPr lvl="0"/>
            <a:r>
              <a:rPr lang="de-DE" dirty="0"/>
              <a:t>Titelfolie</a:t>
            </a:r>
          </a:p>
          <a:p>
            <a:pPr lvl="0"/>
            <a:r>
              <a:rPr lang="de-DE" dirty="0"/>
              <a:t>Headline zwei- / dreizeilig über gesamte Breite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6534EDF-53EF-8037-725E-7C053DE0039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4" y="5816600"/>
            <a:ext cx="6250664" cy="492125"/>
          </a:xfrm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 sz="28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Titelfolie </a:t>
            </a:r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6" name="Textplatzhalter 17">
            <a:extLst>
              <a:ext uri="{FF2B5EF4-FFF2-40B4-BE49-F238E27FC236}">
                <a16:creationId xmlns:a16="http://schemas.microsoft.com/office/drawing/2014/main" id="{5B6A62F0-4243-B24C-8C65-A1E38494C4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89523" y="441729"/>
            <a:ext cx="3190673" cy="853660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20507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kative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203144A-7A8B-EDC0-40D4-2E9C016405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28990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03144A-7A8B-EDC0-40D4-2E9C016405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Box 4">
            <a:extLst>
              <a:ext uri="{FF2B5EF4-FFF2-40B4-BE49-F238E27FC236}">
                <a16:creationId xmlns:a16="http://schemas.microsoft.com/office/drawing/2014/main" id="{F60A7B8F-4253-A940-8DA9-F18597354183}"/>
              </a:ext>
            </a:extLst>
          </p:cNvPr>
          <p:cNvSpPr/>
          <p:nvPr userDrawn="1"/>
        </p:nvSpPr>
        <p:spPr>
          <a:xfrm>
            <a:off x="8762737" y="5143307"/>
            <a:ext cx="1714693" cy="1714693"/>
          </a:xfrm>
          <a:custGeom>
            <a:avLst/>
            <a:gdLst/>
            <a:ahLst/>
            <a:cxnLst/>
            <a:rect l="l" t="t" r="r" b="b"/>
            <a:pathLst>
              <a:path w="2827654" h="2827654">
                <a:moveTo>
                  <a:pt x="2827201" y="0"/>
                </a:moveTo>
                <a:lnTo>
                  <a:pt x="0" y="0"/>
                </a:lnTo>
                <a:lnTo>
                  <a:pt x="0" y="2827201"/>
                </a:lnTo>
                <a:lnTo>
                  <a:pt x="2827201" y="2827201"/>
                </a:lnTo>
                <a:lnTo>
                  <a:pt x="2827201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27" name="Box 5">
            <a:extLst>
              <a:ext uri="{FF2B5EF4-FFF2-40B4-BE49-F238E27FC236}">
                <a16:creationId xmlns:a16="http://schemas.microsoft.com/office/drawing/2014/main" id="{0D516B6E-66DE-020F-ED99-1A9E2F5FA845}"/>
              </a:ext>
            </a:extLst>
          </p:cNvPr>
          <p:cNvSpPr/>
          <p:nvPr userDrawn="1"/>
        </p:nvSpPr>
        <p:spPr>
          <a:xfrm>
            <a:off x="10477307" y="3428728"/>
            <a:ext cx="1714693" cy="1714693"/>
          </a:xfrm>
          <a:custGeom>
            <a:avLst/>
            <a:gdLst/>
            <a:ahLst/>
            <a:cxnLst/>
            <a:rect l="l" t="t" r="r" b="b"/>
            <a:pathLst>
              <a:path w="2827654" h="2827654">
                <a:moveTo>
                  <a:pt x="2827201" y="0"/>
                </a:moveTo>
                <a:lnTo>
                  <a:pt x="0" y="0"/>
                </a:lnTo>
                <a:lnTo>
                  <a:pt x="0" y="2827201"/>
                </a:lnTo>
                <a:lnTo>
                  <a:pt x="2827201" y="2827201"/>
                </a:lnTo>
                <a:lnTo>
                  <a:pt x="2827201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25" name="Bildplatzhalter 24">
            <a:extLst>
              <a:ext uri="{FF2B5EF4-FFF2-40B4-BE49-F238E27FC236}">
                <a16:creationId xmlns:a16="http://schemas.microsoft.com/office/drawing/2014/main" id="{41985140-23F6-7610-07D6-93CD9F94A3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29462" y="0"/>
            <a:ext cx="8762538" cy="6858000"/>
          </a:xfrm>
          <a:custGeom>
            <a:avLst/>
            <a:gdLst>
              <a:gd name="connsiteX0" fmla="*/ 5333275 w 8762538"/>
              <a:gd name="connsiteY0" fmla="*/ 5143307 h 6858000"/>
              <a:gd name="connsiteX1" fmla="*/ 5333275 w 8762538"/>
              <a:gd name="connsiteY1" fmla="*/ 6857725 h 6858000"/>
              <a:gd name="connsiteX2" fmla="*/ 7047692 w 8762538"/>
              <a:gd name="connsiteY2" fmla="*/ 6857725 h 6858000"/>
              <a:gd name="connsiteX3" fmla="*/ 7047693 w 8762538"/>
              <a:gd name="connsiteY3" fmla="*/ 6857725 h 6858000"/>
              <a:gd name="connsiteX4" fmla="*/ 8762104 w 8762538"/>
              <a:gd name="connsiteY4" fmla="*/ 6857725 h 6858000"/>
              <a:gd name="connsiteX5" fmla="*/ 8762104 w 8762538"/>
              <a:gd name="connsiteY5" fmla="*/ 5143307 h 6858000"/>
              <a:gd name="connsiteX6" fmla="*/ 7047693 w 8762538"/>
              <a:gd name="connsiteY6" fmla="*/ 5143307 h 6858000"/>
              <a:gd name="connsiteX7" fmla="*/ 7047692 w 8762538"/>
              <a:gd name="connsiteY7" fmla="*/ 5143307 h 6858000"/>
              <a:gd name="connsiteX8" fmla="*/ 7047845 w 8762538"/>
              <a:gd name="connsiteY8" fmla="*/ 3428728 h 6858000"/>
              <a:gd name="connsiteX9" fmla="*/ 7047845 w 8762538"/>
              <a:gd name="connsiteY9" fmla="*/ 5143146 h 6858000"/>
              <a:gd name="connsiteX10" fmla="*/ 8762263 w 8762538"/>
              <a:gd name="connsiteY10" fmla="*/ 5143146 h 6858000"/>
              <a:gd name="connsiteX11" fmla="*/ 8762263 w 8762538"/>
              <a:gd name="connsiteY11" fmla="*/ 3428728 h 6858000"/>
              <a:gd name="connsiteX12" fmla="*/ 0 w 8762538"/>
              <a:gd name="connsiteY12" fmla="*/ 0 h 6858000"/>
              <a:gd name="connsiteX13" fmla="*/ 1714142 w 8762538"/>
              <a:gd name="connsiteY13" fmla="*/ 0 h 6858000"/>
              <a:gd name="connsiteX14" fmla="*/ 1714142 w 8762538"/>
              <a:gd name="connsiteY14" fmla="*/ 1714417 h 6858000"/>
              <a:gd name="connsiteX15" fmla="*/ 3428553 w 8762538"/>
              <a:gd name="connsiteY15" fmla="*/ 1714417 h 6858000"/>
              <a:gd name="connsiteX16" fmla="*/ 3428553 w 8762538"/>
              <a:gd name="connsiteY16" fmla="*/ 0 h 6858000"/>
              <a:gd name="connsiteX17" fmla="*/ 8762538 w 8762538"/>
              <a:gd name="connsiteY17" fmla="*/ 0 h 6858000"/>
              <a:gd name="connsiteX18" fmla="*/ 8762538 w 8762538"/>
              <a:gd name="connsiteY18" fmla="*/ 6858000 h 6858000"/>
              <a:gd name="connsiteX19" fmla="*/ 0 w 8762538"/>
              <a:gd name="connsiteY19" fmla="*/ 6858000 h 6858000"/>
              <a:gd name="connsiteX20" fmla="*/ 0 w 8762538"/>
              <a:gd name="connsiteY20" fmla="*/ 6855904 h 6858000"/>
              <a:gd name="connsiteX21" fmla="*/ 1713444 w 8762538"/>
              <a:gd name="connsiteY21" fmla="*/ 6855904 h 6858000"/>
              <a:gd name="connsiteX22" fmla="*/ 1713444 w 8762538"/>
              <a:gd name="connsiteY22" fmla="*/ 1714340 h 6858000"/>
              <a:gd name="connsiteX23" fmla="*/ 0 w 8762538"/>
              <a:gd name="connsiteY23" fmla="*/ 1714340 h 6858000"/>
              <a:gd name="connsiteX0" fmla="*/ 5333275 w 8762538"/>
              <a:gd name="connsiteY0" fmla="*/ 5143307 h 6858000"/>
              <a:gd name="connsiteX1" fmla="*/ 5333275 w 8762538"/>
              <a:gd name="connsiteY1" fmla="*/ 6857725 h 6858000"/>
              <a:gd name="connsiteX2" fmla="*/ 7047692 w 8762538"/>
              <a:gd name="connsiteY2" fmla="*/ 6857725 h 6858000"/>
              <a:gd name="connsiteX3" fmla="*/ 7047693 w 8762538"/>
              <a:gd name="connsiteY3" fmla="*/ 6857725 h 6858000"/>
              <a:gd name="connsiteX4" fmla="*/ 8762104 w 8762538"/>
              <a:gd name="connsiteY4" fmla="*/ 6857725 h 6858000"/>
              <a:gd name="connsiteX5" fmla="*/ 8762104 w 8762538"/>
              <a:gd name="connsiteY5" fmla="*/ 5143307 h 6858000"/>
              <a:gd name="connsiteX6" fmla="*/ 7047693 w 8762538"/>
              <a:gd name="connsiteY6" fmla="*/ 5143307 h 6858000"/>
              <a:gd name="connsiteX7" fmla="*/ 7047692 w 8762538"/>
              <a:gd name="connsiteY7" fmla="*/ 5143307 h 6858000"/>
              <a:gd name="connsiteX8" fmla="*/ 5333275 w 8762538"/>
              <a:gd name="connsiteY8" fmla="*/ 5143307 h 6858000"/>
              <a:gd name="connsiteX9" fmla="*/ 7047845 w 8762538"/>
              <a:gd name="connsiteY9" fmla="*/ 3428728 h 6858000"/>
              <a:gd name="connsiteX10" fmla="*/ 7047845 w 8762538"/>
              <a:gd name="connsiteY10" fmla="*/ 5143146 h 6858000"/>
              <a:gd name="connsiteX11" fmla="*/ 8762263 w 8762538"/>
              <a:gd name="connsiteY11" fmla="*/ 5143146 h 6858000"/>
              <a:gd name="connsiteX12" fmla="*/ 8762263 w 8762538"/>
              <a:gd name="connsiteY12" fmla="*/ 3428728 h 6858000"/>
              <a:gd name="connsiteX13" fmla="*/ 7047845 w 8762538"/>
              <a:gd name="connsiteY13" fmla="*/ 3428728 h 6858000"/>
              <a:gd name="connsiteX14" fmla="*/ 0 w 8762538"/>
              <a:gd name="connsiteY14" fmla="*/ 0 h 6858000"/>
              <a:gd name="connsiteX15" fmla="*/ 1714142 w 8762538"/>
              <a:gd name="connsiteY15" fmla="*/ 0 h 6858000"/>
              <a:gd name="connsiteX16" fmla="*/ 1714142 w 8762538"/>
              <a:gd name="connsiteY16" fmla="*/ 1714417 h 6858000"/>
              <a:gd name="connsiteX17" fmla="*/ 3428553 w 8762538"/>
              <a:gd name="connsiteY17" fmla="*/ 1714417 h 6858000"/>
              <a:gd name="connsiteX18" fmla="*/ 3428553 w 8762538"/>
              <a:gd name="connsiteY18" fmla="*/ 0 h 6858000"/>
              <a:gd name="connsiteX19" fmla="*/ 8762538 w 8762538"/>
              <a:gd name="connsiteY19" fmla="*/ 0 h 6858000"/>
              <a:gd name="connsiteX20" fmla="*/ 8762538 w 8762538"/>
              <a:gd name="connsiteY20" fmla="*/ 6858000 h 6858000"/>
              <a:gd name="connsiteX21" fmla="*/ 0 w 8762538"/>
              <a:gd name="connsiteY21" fmla="*/ 6858000 h 6858000"/>
              <a:gd name="connsiteX22" fmla="*/ 1713444 w 8762538"/>
              <a:gd name="connsiteY22" fmla="*/ 6855904 h 6858000"/>
              <a:gd name="connsiteX23" fmla="*/ 1713444 w 8762538"/>
              <a:gd name="connsiteY23" fmla="*/ 1714340 h 6858000"/>
              <a:gd name="connsiteX24" fmla="*/ 0 w 8762538"/>
              <a:gd name="connsiteY24" fmla="*/ 1714340 h 6858000"/>
              <a:gd name="connsiteX25" fmla="*/ 0 w 8762538"/>
              <a:gd name="connsiteY25" fmla="*/ 0 h 6858000"/>
              <a:gd name="connsiteX0" fmla="*/ 5333275 w 8762538"/>
              <a:gd name="connsiteY0" fmla="*/ 5143307 h 6858000"/>
              <a:gd name="connsiteX1" fmla="*/ 5333275 w 8762538"/>
              <a:gd name="connsiteY1" fmla="*/ 6857725 h 6858000"/>
              <a:gd name="connsiteX2" fmla="*/ 7047692 w 8762538"/>
              <a:gd name="connsiteY2" fmla="*/ 6857725 h 6858000"/>
              <a:gd name="connsiteX3" fmla="*/ 7047693 w 8762538"/>
              <a:gd name="connsiteY3" fmla="*/ 6857725 h 6858000"/>
              <a:gd name="connsiteX4" fmla="*/ 8762104 w 8762538"/>
              <a:gd name="connsiteY4" fmla="*/ 6857725 h 6858000"/>
              <a:gd name="connsiteX5" fmla="*/ 8762104 w 8762538"/>
              <a:gd name="connsiteY5" fmla="*/ 5143307 h 6858000"/>
              <a:gd name="connsiteX6" fmla="*/ 7047693 w 8762538"/>
              <a:gd name="connsiteY6" fmla="*/ 5143307 h 6858000"/>
              <a:gd name="connsiteX7" fmla="*/ 7047692 w 8762538"/>
              <a:gd name="connsiteY7" fmla="*/ 5143307 h 6858000"/>
              <a:gd name="connsiteX8" fmla="*/ 5333275 w 8762538"/>
              <a:gd name="connsiteY8" fmla="*/ 5143307 h 6858000"/>
              <a:gd name="connsiteX9" fmla="*/ 7047845 w 8762538"/>
              <a:gd name="connsiteY9" fmla="*/ 3428728 h 6858000"/>
              <a:gd name="connsiteX10" fmla="*/ 7047845 w 8762538"/>
              <a:gd name="connsiteY10" fmla="*/ 5143146 h 6858000"/>
              <a:gd name="connsiteX11" fmla="*/ 8762263 w 8762538"/>
              <a:gd name="connsiteY11" fmla="*/ 5143146 h 6858000"/>
              <a:gd name="connsiteX12" fmla="*/ 8762263 w 8762538"/>
              <a:gd name="connsiteY12" fmla="*/ 3428728 h 6858000"/>
              <a:gd name="connsiteX13" fmla="*/ 7047845 w 8762538"/>
              <a:gd name="connsiteY13" fmla="*/ 3428728 h 6858000"/>
              <a:gd name="connsiteX14" fmla="*/ 0 w 8762538"/>
              <a:gd name="connsiteY14" fmla="*/ 0 h 6858000"/>
              <a:gd name="connsiteX15" fmla="*/ 1714142 w 8762538"/>
              <a:gd name="connsiteY15" fmla="*/ 0 h 6858000"/>
              <a:gd name="connsiteX16" fmla="*/ 1714142 w 8762538"/>
              <a:gd name="connsiteY16" fmla="*/ 1714417 h 6858000"/>
              <a:gd name="connsiteX17" fmla="*/ 3428553 w 8762538"/>
              <a:gd name="connsiteY17" fmla="*/ 1714417 h 6858000"/>
              <a:gd name="connsiteX18" fmla="*/ 3428553 w 8762538"/>
              <a:gd name="connsiteY18" fmla="*/ 0 h 6858000"/>
              <a:gd name="connsiteX19" fmla="*/ 8762538 w 8762538"/>
              <a:gd name="connsiteY19" fmla="*/ 0 h 6858000"/>
              <a:gd name="connsiteX20" fmla="*/ 8762538 w 8762538"/>
              <a:gd name="connsiteY20" fmla="*/ 6858000 h 6858000"/>
              <a:gd name="connsiteX21" fmla="*/ 1713444 w 8762538"/>
              <a:gd name="connsiteY21" fmla="*/ 6855904 h 6858000"/>
              <a:gd name="connsiteX22" fmla="*/ 1713444 w 8762538"/>
              <a:gd name="connsiteY22" fmla="*/ 1714340 h 6858000"/>
              <a:gd name="connsiteX23" fmla="*/ 0 w 8762538"/>
              <a:gd name="connsiteY23" fmla="*/ 1714340 h 6858000"/>
              <a:gd name="connsiteX24" fmla="*/ 0 w 8762538"/>
              <a:gd name="connsiteY2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8762538" h="6858000">
                <a:moveTo>
                  <a:pt x="5333275" y="5143307"/>
                </a:moveTo>
                <a:lnTo>
                  <a:pt x="5333275" y="6857725"/>
                </a:lnTo>
                <a:lnTo>
                  <a:pt x="7047692" y="6857725"/>
                </a:lnTo>
                <a:lnTo>
                  <a:pt x="7047693" y="6857725"/>
                </a:lnTo>
                <a:lnTo>
                  <a:pt x="8762104" y="6857725"/>
                </a:lnTo>
                <a:lnTo>
                  <a:pt x="8762104" y="5143307"/>
                </a:lnTo>
                <a:lnTo>
                  <a:pt x="7047693" y="5143307"/>
                </a:lnTo>
                <a:lnTo>
                  <a:pt x="7047692" y="5143307"/>
                </a:lnTo>
                <a:lnTo>
                  <a:pt x="5333275" y="5143307"/>
                </a:lnTo>
                <a:close/>
                <a:moveTo>
                  <a:pt x="7047845" y="3428728"/>
                </a:moveTo>
                <a:lnTo>
                  <a:pt x="7047845" y="5143146"/>
                </a:lnTo>
                <a:lnTo>
                  <a:pt x="8762263" y="5143146"/>
                </a:lnTo>
                <a:lnTo>
                  <a:pt x="8762263" y="3428728"/>
                </a:lnTo>
                <a:lnTo>
                  <a:pt x="7047845" y="3428728"/>
                </a:lnTo>
                <a:close/>
                <a:moveTo>
                  <a:pt x="0" y="0"/>
                </a:moveTo>
                <a:lnTo>
                  <a:pt x="1714142" y="0"/>
                </a:lnTo>
                <a:lnTo>
                  <a:pt x="1714142" y="1714417"/>
                </a:lnTo>
                <a:lnTo>
                  <a:pt x="3428553" y="1714417"/>
                </a:lnTo>
                <a:lnTo>
                  <a:pt x="3428553" y="0"/>
                </a:lnTo>
                <a:lnTo>
                  <a:pt x="8762538" y="0"/>
                </a:lnTo>
                <a:lnTo>
                  <a:pt x="8762538" y="6858000"/>
                </a:lnTo>
                <a:lnTo>
                  <a:pt x="1713444" y="6855904"/>
                </a:lnTo>
                <a:lnTo>
                  <a:pt x="1713444" y="1714340"/>
                </a:lnTo>
                <a:lnTo>
                  <a:pt x="0" y="171434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endParaRPr lang="de-DE"/>
          </a:p>
        </p:txBody>
      </p:sp>
      <p:sp>
        <p:nvSpPr>
          <p:cNvPr id="5" name="Box 1">
            <a:extLst>
              <a:ext uri="{FF2B5EF4-FFF2-40B4-BE49-F238E27FC236}">
                <a16:creationId xmlns:a16="http://schemas.microsoft.com/office/drawing/2014/main" id="{8CE6E4E5-962A-66C1-A314-CB59CE216890}"/>
              </a:ext>
            </a:extLst>
          </p:cNvPr>
          <p:cNvSpPr/>
          <p:nvPr userDrawn="1"/>
        </p:nvSpPr>
        <p:spPr>
          <a:xfrm>
            <a:off x="428" y="0"/>
            <a:ext cx="1714693" cy="1714693"/>
          </a:xfrm>
          <a:custGeom>
            <a:avLst/>
            <a:gdLst/>
            <a:ahLst/>
            <a:cxnLst/>
            <a:rect l="l" t="t" r="r" b="b"/>
            <a:pathLst>
              <a:path w="2827655" h="2827655">
                <a:moveTo>
                  <a:pt x="2827170" y="0"/>
                </a:moveTo>
                <a:lnTo>
                  <a:pt x="0" y="0"/>
                </a:lnTo>
                <a:lnTo>
                  <a:pt x="0" y="2827201"/>
                </a:lnTo>
                <a:lnTo>
                  <a:pt x="2827170" y="2827201"/>
                </a:lnTo>
                <a:lnTo>
                  <a:pt x="2827170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6" name="Box 2">
            <a:extLst>
              <a:ext uri="{FF2B5EF4-FFF2-40B4-BE49-F238E27FC236}">
                <a16:creationId xmlns:a16="http://schemas.microsoft.com/office/drawing/2014/main" id="{0E182023-1813-9AA7-92C8-CCAA481FC0BB}"/>
              </a:ext>
            </a:extLst>
          </p:cNvPr>
          <p:cNvSpPr/>
          <p:nvPr userDrawn="1"/>
        </p:nvSpPr>
        <p:spPr>
          <a:xfrm>
            <a:off x="1714769" y="1714341"/>
            <a:ext cx="1714693" cy="1714693"/>
          </a:xfrm>
          <a:custGeom>
            <a:avLst/>
            <a:gdLst/>
            <a:ahLst/>
            <a:cxnLst/>
            <a:rect l="l" t="t" r="r" b="b"/>
            <a:pathLst>
              <a:path w="2827654" h="2827654">
                <a:moveTo>
                  <a:pt x="2827201" y="0"/>
                </a:moveTo>
                <a:lnTo>
                  <a:pt x="0" y="0"/>
                </a:lnTo>
                <a:lnTo>
                  <a:pt x="0" y="2827201"/>
                </a:lnTo>
                <a:lnTo>
                  <a:pt x="2827201" y="2827201"/>
                </a:lnTo>
                <a:lnTo>
                  <a:pt x="2827201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5EA5873D-AF06-607D-43ED-D41CFCF4A0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923463" y="432000"/>
            <a:ext cx="1933575" cy="517325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C74681A2-10C1-98D6-2EA9-190A8C0D3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3779174"/>
            <a:ext cx="4586287" cy="2529551"/>
          </a:xfrm>
        </p:spPr>
        <p:txBody>
          <a:bodyPr vert="horz">
            <a:noAutofit/>
          </a:bodyPr>
          <a:lstStyle>
            <a:lvl1pPr rtl="0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Mastertitelformat bearbeiten</a:t>
            </a:r>
          </a:p>
        </p:txBody>
      </p:sp>
      <p:sp>
        <p:nvSpPr>
          <p:cNvPr id="7" name="Fußzeilenplatzhalter 15">
            <a:extLst>
              <a:ext uri="{FF2B5EF4-FFF2-40B4-BE49-F238E27FC236}">
                <a16:creationId xmlns:a16="http://schemas.microsoft.com/office/drawing/2014/main" id="{E9592A1C-BF23-655B-9CD7-31B1A70291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9" name="Foliennummernplatzhalter 16">
            <a:extLst>
              <a:ext uri="{FF2B5EF4-FFF2-40B4-BE49-F238E27FC236}">
                <a16:creationId xmlns:a16="http://schemas.microsoft.com/office/drawing/2014/main" id="{F864353D-E701-8839-D967-244B80FF08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534197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8587EF3-1787-78E3-5B5A-6B79B487DEA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030384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8587EF3-1787-78E3-5B5A-6B79B487DE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Bildplatzhalter 19">
            <a:extLst>
              <a:ext uri="{FF2B5EF4-FFF2-40B4-BE49-F238E27FC236}">
                <a16:creationId xmlns:a16="http://schemas.microsoft.com/office/drawing/2014/main" id="{E67A23EF-4C68-2342-F969-570A08FFB57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4495" y="-15875"/>
            <a:ext cx="4839921" cy="6873875"/>
          </a:xfrm>
          <a:custGeom>
            <a:avLst/>
            <a:gdLst>
              <a:gd name="connsiteX0" fmla="*/ 4286377 w 6000750"/>
              <a:gd name="connsiteY0" fmla="*/ 3647787 h 4505325"/>
              <a:gd name="connsiteX1" fmla="*/ 4286377 w 6000750"/>
              <a:gd name="connsiteY1" fmla="*/ 4504977 h 4505325"/>
              <a:gd name="connsiteX2" fmla="*/ 5143567 w 6000750"/>
              <a:gd name="connsiteY2" fmla="*/ 4504977 h 4505325"/>
              <a:gd name="connsiteX3" fmla="*/ 5143567 w 6000750"/>
              <a:gd name="connsiteY3" fmla="*/ 3647787 h 4505325"/>
              <a:gd name="connsiteX4" fmla="*/ 0 w 6000750"/>
              <a:gd name="connsiteY4" fmla="*/ 0 h 4505325"/>
              <a:gd name="connsiteX5" fmla="*/ 5143566 w 6000750"/>
              <a:gd name="connsiteY5" fmla="*/ 0 h 4505325"/>
              <a:gd name="connsiteX6" fmla="*/ 5143566 w 6000750"/>
              <a:gd name="connsiteY6" fmla="*/ 3645561 h 4505325"/>
              <a:gd name="connsiteX7" fmla="*/ 6000017 w 6000750"/>
              <a:gd name="connsiteY7" fmla="*/ 3645561 h 4505325"/>
              <a:gd name="connsiteX8" fmla="*/ 6000017 w 6000750"/>
              <a:gd name="connsiteY8" fmla="*/ 0 h 4505325"/>
              <a:gd name="connsiteX9" fmla="*/ 6000750 w 6000750"/>
              <a:gd name="connsiteY9" fmla="*/ 0 h 4505325"/>
              <a:gd name="connsiteX10" fmla="*/ 6000750 w 6000750"/>
              <a:gd name="connsiteY10" fmla="*/ 4505325 h 4505325"/>
              <a:gd name="connsiteX11" fmla="*/ 0 w 6000750"/>
              <a:gd name="connsiteY11" fmla="*/ 4505325 h 4505325"/>
              <a:gd name="connsiteX0" fmla="*/ 4286377 w 6000750"/>
              <a:gd name="connsiteY0" fmla="*/ 3647787 h 4505325"/>
              <a:gd name="connsiteX1" fmla="*/ 4286377 w 6000750"/>
              <a:gd name="connsiteY1" fmla="*/ 4504977 h 4505325"/>
              <a:gd name="connsiteX2" fmla="*/ 5143567 w 6000750"/>
              <a:gd name="connsiteY2" fmla="*/ 4504977 h 4505325"/>
              <a:gd name="connsiteX3" fmla="*/ 5143567 w 6000750"/>
              <a:gd name="connsiteY3" fmla="*/ 3647787 h 4505325"/>
              <a:gd name="connsiteX4" fmla="*/ 4286377 w 6000750"/>
              <a:gd name="connsiteY4" fmla="*/ 3647787 h 4505325"/>
              <a:gd name="connsiteX5" fmla="*/ 0 w 6000750"/>
              <a:gd name="connsiteY5" fmla="*/ 0 h 4505325"/>
              <a:gd name="connsiteX6" fmla="*/ 5143566 w 6000750"/>
              <a:gd name="connsiteY6" fmla="*/ 0 h 4505325"/>
              <a:gd name="connsiteX7" fmla="*/ 5143566 w 6000750"/>
              <a:gd name="connsiteY7" fmla="*/ 3645561 h 4505325"/>
              <a:gd name="connsiteX8" fmla="*/ 6000017 w 6000750"/>
              <a:gd name="connsiteY8" fmla="*/ 3645561 h 4505325"/>
              <a:gd name="connsiteX9" fmla="*/ 6000017 w 6000750"/>
              <a:gd name="connsiteY9" fmla="*/ 0 h 4505325"/>
              <a:gd name="connsiteX10" fmla="*/ 6000750 w 6000750"/>
              <a:gd name="connsiteY10" fmla="*/ 4505325 h 4505325"/>
              <a:gd name="connsiteX11" fmla="*/ 0 w 6000750"/>
              <a:gd name="connsiteY11" fmla="*/ 4505325 h 4505325"/>
              <a:gd name="connsiteX12" fmla="*/ 0 w 6000750"/>
              <a:gd name="connsiteY12" fmla="*/ 0 h 4505325"/>
              <a:gd name="connsiteX0" fmla="*/ 4286377 w 6000750"/>
              <a:gd name="connsiteY0" fmla="*/ 3647787 h 4505325"/>
              <a:gd name="connsiteX1" fmla="*/ 4286377 w 6000750"/>
              <a:gd name="connsiteY1" fmla="*/ 4504977 h 4505325"/>
              <a:gd name="connsiteX2" fmla="*/ 5143567 w 6000750"/>
              <a:gd name="connsiteY2" fmla="*/ 4504977 h 4505325"/>
              <a:gd name="connsiteX3" fmla="*/ 5143567 w 6000750"/>
              <a:gd name="connsiteY3" fmla="*/ 3647787 h 4505325"/>
              <a:gd name="connsiteX4" fmla="*/ 4286377 w 6000750"/>
              <a:gd name="connsiteY4" fmla="*/ 3647787 h 4505325"/>
              <a:gd name="connsiteX5" fmla="*/ 0 w 6000750"/>
              <a:gd name="connsiteY5" fmla="*/ 0 h 4505325"/>
              <a:gd name="connsiteX6" fmla="*/ 5143566 w 6000750"/>
              <a:gd name="connsiteY6" fmla="*/ 0 h 4505325"/>
              <a:gd name="connsiteX7" fmla="*/ 5143566 w 6000750"/>
              <a:gd name="connsiteY7" fmla="*/ 3645561 h 4505325"/>
              <a:gd name="connsiteX8" fmla="*/ 6000017 w 6000750"/>
              <a:gd name="connsiteY8" fmla="*/ 3645561 h 4505325"/>
              <a:gd name="connsiteX9" fmla="*/ 6000750 w 6000750"/>
              <a:gd name="connsiteY9" fmla="*/ 4505325 h 4505325"/>
              <a:gd name="connsiteX10" fmla="*/ 0 w 6000750"/>
              <a:gd name="connsiteY10" fmla="*/ 4505325 h 4505325"/>
              <a:gd name="connsiteX11" fmla="*/ 0 w 6000750"/>
              <a:gd name="connsiteY11" fmla="*/ 0 h 4505325"/>
              <a:gd name="connsiteX0" fmla="*/ 4286377 w 6000750"/>
              <a:gd name="connsiteY0" fmla="*/ 3647787 h 4505325"/>
              <a:gd name="connsiteX1" fmla="*/ 4286377 w 6000750"/>
              <a:gd name="connsiteY1" fmla="*/ 4504977 h 4505325"/>
              <a:gd name="connsiteX2" fmla="*/ 5143567 w 6000750"/>
              <a:gd name="connsiteY2" fmla="*/ 4504977 h 4505325"/>
              <a:gd name="connsiteX3" fmla="*/ 5143567 w 6000750"/>
              <a:gd name="connsiteY3" fmla="*/ 3647787 h 4505325"/>
              <a:gd name="connsiteX4" fmla="*/ 4286377 w 6000750"/>
              <a:gd name="connsiteY4" fmla="*/ 3647787 h 4505325"/>
              <a:gd name="connsiteX5" fmla="*/ 1149350 w 6000750"/>
              <a:gd name="connsiteY5" fmla="*/ 0 h 4505325"/>
              <a:gd name="connsiteX6" fmla="*/ 5143566 w 6000750"/>
              <a:gd name="connsiteY6" fmla="*/ 0 h 4505325"/>
              <a:gd name="connsiteX7" fmla="*/ 5143566 w 6000750"/>
              <a:gd name="connsiteY7" fmla="*/ 3645561 h 4505325"/>
              <a:gd name="connsiteX8" fmla="*/ 6000017 w 6000750"/>
              <a:gd name="connsiteY8" fmla="*/ 3645561 h 4505325"/>
              <a:gd name="connsiteX9" fmla="*/ 6000750 w 6000750"/>
              <a:gd name="connsiteY9" fmla="*/ 4505325 h 4505325"/>
              <a:gd name="connsiteX10" fmla="*/ 0 w 6000750"/>
              <a:gd name="connsiteY10" fmla="*/ 4505325 h 4505325"/>
              <a:gd name="connsiteX11" fmla="*/ 1149350 w 6000750"/>
              <a:gd name="connsiteY11" fmla="*/ 0 h 4505325"/>
              <a:gd name="connsiteX0" fmla="*/ 3225927 w 4940300"/>
              <a:gd name="connsiteY0" fmla="*/ 3647787 h 4505325"/>
              <a:gd name="connsiteX1" fmla="*/ 3225927 w 4940300"/>
              <a:gd name="connsiteY1" fmla="*/ 4504977 h 4505325"/>
              <a:gd name="connsiteX2" fmla="*/ 4083117 w 4940300"/>
              <a:gd name="connsiteY2" fmla="*/ 4504977 h 4505325"/>
              <a:gd name="connsiteX3" fmla="*/ 4083117 w 4940300"/>
              <a:gd name="connsiteY3" fmla="*/ 3647787 h 4505325"/>
              <a:gd name="connsiteX4" fmla="*/ 3225927 w 4940300"/>
              <a:gd name="connsiteY4" fmla="*/ 3647787 h 4505325"/>
              <a:gd name="connsiteX5" fmla="*/ 88900 w 4940300"/>
              <a:gd name="connsiteY5" fmla="*/ 0 h 4505325"/>
              <a:gd name="connsiteX6" fmla="*/ 4083116 w 4940300"/>
              <a:gd name="connsiteY6" fmla="*/ 0 h 4505325"/>
              <a:gd name="connsiteX7" fmla="*/ 4083116 w 4940300"/>
              <a:gd name="connsiteY7" fmla="*/ 3645561 h 4505325"/>
              <a:gd name="connsiteX8" fmla="*/ 4939567 w 4940300"/>
              <a:gd name="connsiteY8" fmla="*/ 3645561 h 4505325"/>
              <a:gd name="connsiteX9" fmla="*/ 4940300 w 4940300"/>
              <a:gd name="connsiteY9" fmla="*/ 4505325 h 4505325"/>
              <a:gd name="connsiteX10" fmla="*/ 0 w 4940300"/>
              <a:gd name="connsiteY10" fmla="*/ 4505325 h 4505325"/>
              <a:gd name="connsiteX11" fmla="*/ 88900 w 4940300"/>
              <a:gd name="connsiteY11" fmla="*/ 0 h 4505325"/>
              <a:gd name="connsiteX0" fmla="*/ 3137027 w 4851400"/>
              <a:gd name="connsiteY0" fmla="*/ 3647787 h 4505325"/>
              <a:gd name="connsiteX1" fmla="*/ 3137027 w 4851400"/>
              <a:gd name="connsiteY1" fmla="*/ 4504977 h 4505325"/>
              <a:gd name="connsiteX2" fmla="*/ 3994217 w 4851400"/>
              <a:gd name="connsiteY2" fmla="*/ 4504977 h 4505325"/>
              <a:gd name="connsiteX3" fmla="*/ 3994217 w 4851400"/>
              <a:gd name="connsiteY3" fmla="*/ 3647787 h 4505325"/>
              <a:gd name="connsiteX4" fmla="*/ 3137027 w 4851400"/>
              <a:gd name="connsiteY4" fmla="*/ 3647787 h 4505325"/>
              <a:gd name="connsiteX5" fmla="*/ 0 w 4851400"/>
              <a:gd name="connsiteY5" fmla="*/ 0 h 4505325"/>
              <a:gd name="connsiteX6" fmla="*/ 3994216 w 4851400"/>
              <a:gd name="connsiteY6" fmla="*/ 0 h 4505325"/>
              <a:gd name="connsiteX7" fmla="*/ 3994216 w 4851400"/>
              <a:gd name="connsiteY7" fmla="*/ 3645561 h 4505325"/>
              <a:gd name="connsiteX8" fmla="*/ 4850667 w 4851400"/>
              <a:gd name="connsiteY8" fmla="*/ 3645561 h 4505325"/>
              <a:gd name="connsiteX9" fmla="*/ 4851400 w 4851400"/>
              <a:gd name="connsiteY9" fmla="*/ 4505325 h 4505325"/>
              <a:gd name="connsiteX10" fmla="*/ 107950 w 4851400"/>
              <a:gd name="connsiteY10" fmla="*/ 4505325 h 4505325"/>
              <a:gd name="connsiteX11" fmla="*/ 0 w 4851400"/>
              <a:gd name="connsiteY11" fmla="*/ 0 h 4505325"/>
              <a:gd name="connsiteX0" fmla="*/ 3137027 w 4851400"/>
              <a:gd name="connsiteY0" fmla="*/ 3647787 h 4505325"/>
              <a:gd name="connsiteX1" fmla="*/ 3137027 w 4851400"/>
              <a:gd name="connsiteY1" fmla="*/ 4504977 h 4505325"/>
              <a:gd name="connsiteX2" fmla="*/ 3994217 w 4851400"/>
              <a:gd name="connsiteY2" fmla="*/ 4504977 h 4505325"/>
              <a:gd name="connsiteX3" fmla="*/ 3994217 w 4851400"/>
              <a:gd name="connsiteY3" fmla="*/ 3647787 h 4505325"/>
              <a:gd name="connsiteX4" fmla="*/ 3137027 w 4851400"/>
              <a:gd name="connsiteY4" fmla="*/ 3647787 h 4505325"/>
              <a:gd name="connsiteX5" fmla="*/ 0 w 4851400"/>
              <a:gd name="connsiteY5" fmla="*/ 0 h 4505325"/>
              <a:gd name="connsiteX6" fmla="*/ 3994216 w 4851400"/>
              <a:gd name="connsiteY6" fmla="*/ 0 h 4505325"/>
              <a:gd name="connsiteX7" fmla="*/ 3994216 w 4851400"/>
              <a:gd name="connsiteY7" fmla="*/ 3645561 h 4505325"/>
              <a:gd name="connsiteX8" fmla="*/ 4850667 w 4851400"/>
              <a:gd name="connsiteY8" fmla="*/ 3645561 h 4505325"/>
              <a:gd name="connsiteX9" fmla="*/ 4851400 w 4851400"/>
              <a:gd name="connsiteY9" fmla="*/ 4505325 h 4505325"/>
              <a:gd name="connsiteX10" fmla="*/ 12700 w 4851400"/>
              <a:gd name="connsiteY10" fmla="*/ 4505325 h 4505325"/>
              <a:gd name="connsiteX11" fmla="*/ 0 w 4851400"/>
              <a:gd name="connsiteY11" fmla="*/ 0 h 4505325"/>
              <a:gd name="connsiteX0" fmla="*/ 3125097 w 4839470"/>
              <a:gd name="connsiteY0" fmla="*/ 3647787 h 4505325"/>
              <a:gd name="connsiteX1" fmla="*/ 3125097 w 4839470"/>
              <a:gd name="connsiteY1" fmla="*/ 4504977 h 4505325"/>
              <a:gd name="connsiteX2" fmla="*/ 3982287 w 4839470"/>
              <a:gd name="connsiteY2" fmla="*/ 4504977 h 4505325"/>
              <a:gd name="connsiteX3" fmla="*/ 3982287 w 4839470"/>
              <a:gd name="connsiteY3" fmla="*/ 3647787 h 4505325"/>
              <a:gd name="connsiteX4" fmla="*/ 3125097 w 4839470"/>
              <a:gd name="connsiteY4" fmla="*/ 3647787 h 4505325"/>
              <a:gd name="connsiteX5" fmla="*/ 7120 w 4839470"/>
              <a:gd name="connsiteY5" fmla="*/ 0 h 4505325"/>
              <a:gd name="connsiteX6" fmla="*/ 3982286 w 4839470"/>
              <a:gd name="connsiteY6" fmla="*/ 0 h 4505325"/>
              <a:gd name="connsiteX7" fmla="*/ 3982286 w 4839470"/>
              <a:gd name="connsiteY7" fmla="*/ 3645561 h 4505325"/>
              <a:gd name="connsiteX8" fmla="*/ 4838737 w 4839470"/>
              <a:gd name="connsiteY8" fmla="*/ 3645561 h 4505325"/>
              <a:gd name="connsiteX9" fmla="*/ 4839470 w 4839470"/>
              <a:gd name="connsiteY9" fmla="*/ 4505325 h 4505325"/>
              <a:gd name="connsiteX10" fmla="*/ 770 w 4839470"/>
              <a:gd name="connsiteY10" fmla="*/ 4505325 h 4505325"/>
              <a:gd name="connsiteX11" fmla="*/ 7120 w 4839470"/>
              <a:gd name="connsiteY11" fmla="*/ 0 h 4505325"/>
              <a:gd name="connsiteX0" fmla="*/ 3125548 w 4839921"/>
              <a:gd name="connsiteY0" fmla="*/ 6016337 h 6873875"/>
              <a:gd name="connsiteX1" fmla="*/ 3125548 w 4839921"/>
              <a:gd name="connsiteY1" fmla="*/ 6873527 h 6873875"/>
              <a:gd name="connsiteX2" fmla="*/ 3982738 w 4839921"/>
              <a:gd name="connsiteY2" fmla="*/ 6873527 h 6873875"/>
              <a:gd name="connsiteX3" fmla="*/ 3982738 w 4839921"/>
              <a:gd name="connsiteY3" fmla="*/ 6016337 h 6873875"/>
              <a:gd name="connsiteX4" fmla="*/ 3125548 w 4839921"/>
              <a:gd name="connsiteY4" fmla="*/ 6016337 h 6873875"/>
              <a:gd name="connsiteX5" fmla="*/ 1221 w 4839921"/>
              <a:gd name="connsiteY5" fmla="*/ 0 h 6873875"/>
              <a:gd name="connsiteX6" fmla="*/ 3982737 w 4839921"/>
              <a:gd name="connsiteY6" fmla="*/ 2368550 h 6873875"/>
              <a:gd name="connsiteX7" fmla="*/ 3982737 w 4839921"/>
              <a:gd name="connsiteY7" fmla="*/ 6014111 h 6873875"/>
              <a:gd name="connsiteX8" fmla="*/ 4839188 w 4839921"/>
              <a:gd name="connsiteY8" fmla="*/ 6014111 h 6873875"/>
              <a:gd name="connsiteX9" fmla="*/ 4839921 w 4839921"/>
              <a:gd name="connsiteY9" fmla="*/ 6873875 h 6873875"/>
              <a:gd name="connsiteX10" fmla="*/ 1221 w 4839921"/>
              <a:gd name="connsiteY10" fmla="*/ 6873875 h 6873875"/>
              <a:gd name="connsiteX11" fmla="*/ 1221 w 4839921"/>
              <a:gd name="connsiteY11" fmla="*/ 0 h 6873875"/>
              <a:gd name="connsiteX0" fmla="*/ 3125548 w 4839921"/>
              <a:gd name="connsiteY0" fmla="*/ 6016337 h 6873875"/>
              <a:gd name="connsiteX1" fmla="*/ 3125548 w 4839921"/>
              <a:gd name="connsiteY1" fmla="*/ 6873527 h 6873875"/>
              <a:gd name="connsiteX2" fmla="*/ 3982738 w 4839921"/>
              <a:gd name="connsiteY2" fmla="*/ 6873527 h 6873875"/>
              <a:gd name="connsiteX3" fmla="*/ 3982738 w 4839921"/>
              <a:gd name="connsiteY3" fmla="*/ 6016337 h 6873875"/>
              <a:gd name="connsiteX4" fmla="*/ 3125548 w 4839921"/>
              <a:gd name="connsiteY4" fmla="*/ 6016337 h 6873875"/>
              <a:gd name="connsiteX5" fmla="*/ 1221 w 4839921"/>
              <a:gd name="connsiteY5" fmla="*/ 0 h 6873875"/>
              <a:gd name="connsiteX6" fmla="*/ 3982737 w 4839921"/>
              <a:gd name="connsiteY6" fmla="*/ 12700 h 6873875"/>
              <a:gd name="connsiteX7" fmla="*/ 3982737 w 4839921"/>
              <a:gd name="connsiteY7" fmla="*/ 6014111 h 6873875"/>
              <a:gd name="connsiteX8" fmla="*/ 4839188 w 4839921"/>
              <a:gd name="connsiteY8" fmla="*/ 6014111 h 6873875"/>
              <a:gd name="connsiteX9" fmla="*/ 4839921 w 4839921"/>
              <a:gd name="connsiteY9" fmla="*/ 6873875 h 6873875"/>
              <a:gd name="connsiteX10" fmla="*/ 1221 w 4839921"/>
              <a:gd name="connsiteY10" fmla="*/ 6873875 h 6873875"/>
              <a:gd name="connsiteX11" fmla="*/ 1221 w 4839921"/>
              <a:gd name="connsiteY11" fmla="*/ 0 h 6873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839921" h="6873875">
                <a:moveTo>
                  <a:pt x="3125548" y="6016337"/>
                </a:moveTo>
                <a:lnTo>
                  <a:pt x="3125548" y="6873527"/>
                </a:lnTo>
                <a:lnTo>
                  <a:pt x="3982738" y="6873527"/>
                </a:lnTo>
                <a:lnTo>
                  <a:pt x="3982738" y="6016337"/>
                </a:lnTo>
                <a:lnTo>
                  <a:pt x="3125548" y="6016337"/>
                </a:lnTo>
                <a:close/>
                <a:moveTo>
                  <a:pt x="1221" y="0"/>
                </a:moveTo>
                <a:lnTo>
                  <a:pt x="3982737" y="12700"/>
                </a:lnTo>
                <a:lnTo>
                  <a:pt x="3982737" y="6014111"/>
                </a:lnTo>
                <a:lnTo>
                  <a:pt x="4839188" y="6014111"/>
                </a:lnTo>
                <a:cubicBezTo>
                  <a:pt x="4839432" y="6300699"/>
                  <a:pt x="4839677" y="6587287"/>
                  <a:pt x="4839921" y="6873875"/>
                </a:cubicBezTo>
                <a:lnTo>
                  <a:pt x="1221" y="6873875"/>
                </a:lnTo>
                <a:cubicBezTo>
                  <a:pt x="-3012" y="5372100"/>
                  <a:pt x="5454" y="1501775"/>
                  <a:pt x="122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8000" tIns="10800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de-AT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6645CE8-4067-DDE3-A568-A5F606CAAD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35426" y="317500"/>
            <a:ext cx="4861024" cy="585788"/>
          </a:xfrm>
        </p:spPr>
        <p:txBody>
          <a:bodyPr vert="horz"/>
          <a:lstStyle>
            <a:lvl1pPr rtl="0">
              <a:defRPr>
                <a:solidFill>
                  <a:schemeClr val="accent2"/>
                </a:solidFill>
              </a:defRPr>
            </a:lvl1pPr>
          </a:lstStyle>
          <a:p>
            <a:r>
              <a:rPr lang="de-DE" dirty="0"/>
              <a:t>Summary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CE174FC-81D5-9F4C-F397-BEED629D30D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35426" y="1484313"/>
            <a:ext cx="476250" cy="476250"/>
          </a:xfrm>
          <a:solidFill>
            <a:schemeClr val="accent2"/>
          </a:solidFill>
        </p:spPr>
        <p:txBody>
          <a:bodyPr anchor="ctr"/>
          <a:lstStyle>
            <a:lvl1pPr marL="0" indent="0" algn="ctr" rtl="0"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4pPr marL="0" indent="0" algn="ctr">
              <a:buFont typeface="Arial" panose="020B0604020202020204" pitchFamily="34" charset="0"/>
              <a:buNone/>
              <a:defRPr sz="1800" baseline="0">
                <a:solidFill>
                  <a:schemeClr val="bg1"/>
                </a:solidFill>
              </a:defRPr>
            </a:lvl4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527924AB-73D4-E56F-294D-A4848674FE9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486400" y="1484313"/>
            <a:ext cx="2641600" cy="300037"/>
          </a:xfrm>
        </p:spPr>
        <p:txBody>
          <a:bodyPr anchor="t"/>
          <a:lstStyle>
            <a:lvl1pPr marL="0" indent="0" rtl="0">
              <a:buFont typeface="Arial" panose="020B0604020202020204" pitchFamily="34" charset="0"/>
              <a:buNone/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649FE768-A258-5141-344A-A4514AFBDC7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86400" y="1879600"/>
            <a:ext cx="2641600" cy="819150"/>
          </a:xfrm>
        </p:spPr>
        <p:txBody>
          <a:bodyPr vert="horz"/>
          <a:lstStyle>
            <a:lvl1pPr marL="177800" indent="-177800" rtl="0">
              <a:buFontTx/>
              <a:buBlip>
                <a:blip r:embed="rId5"/>
              </a:buBlip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Textplatzhalter 18">
            <a:extLst>
              <a:ext uri="{FF2B5EF4-FFF2-40B4-BE49-F238E27FC236}">
                <a16:creationId xmlns:a16="http://schemas.microsoft.com/office/drawing/2014/main" id="{AB220953-B327-86DF-6608-A4F529D0F75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86400" y="3048001"/>
            <a:ext cx="2641600" cy="300037"/>
          </a:xfrm>
        </p:spPr>
        <p:txBody>
          <a:bodyPr anchor="t"/>
          <a:lstStyle>
            <a:lvl1pPr marL="0" indent="0" rtl="0">
              <a:buFont typeface="Arial" panose="020B0604020202020204" pitchFamily="34" charset="0"/>
              <a:buNone/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24" name="Textplatzhalter 21">
            <a:extLst>
              <a:ext uri="{FF2B5EF4-FFF2-40B4-BE49-F238E27FC236}">
                <a16:creationId xmlns:a16="http://schemas.microsoft.com/office/drawing/2014/main" id="{53BAD4FD-B295-18F4-B8A2-2DF4F8B813F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486400" y="3443288"/>
            <a:ext cx="2641600" cy="819150"/>
          </a:xfrm>
        </p:spPr>
        <p:txBody>
          <a:bodyPr vert="horz"/>
          <a:lstStyle>
            <a:lvl1pPr marL="177800" indent="-177800" rtl="0">
              <a:buFontTx/>
              <a:buBlip>
                <a:blip r:embed="rId5"/>
              </a:buBlip>
              <a:defRPr lang="de-DE" sz="1200" dirty="0">
                <a:latin typeface="+mn-lt"/>
                <a:ea typeface="+mn-ea"/>
                <a:cs typeface="+mn-cs"/>
              </a:defRPr>
            </a:lvl1pPr>
          </a:lstStyle>
          <a:p>
            <a:pPr marL="177800" lvl="0" indent="-177800" rtl="0">
              <a:spcAft>
                <a:spcPts val="600"/>
              </a:spcAft>
              <a:buFontTx/>
              <a:buBlip>
                <a:blip r:embed="rId5"/>
              </a:buBlip>
            </a:pPr>
            <a:r>
              <a:rPr lang="de-DE" dirty="0"/>
              <a:t>Mastertextformat bearbeiten</a:t>
            </a:r>
          </a:p>
        </p:txBody>
      </p:sp>
      <p:sp>
        <p:nvSpPr>
          <p:cNvPr id="25" name="Textplatzhalter 18">
            <a:extLst>
              <a:ext uri="{FF2B5EF4-FFF2-40B4-BE49-F238E27FC236}">
                <a16:creationId xmlns:a16="http://schemas.microsoft.com/office/drawing/2014/main" id="{A3088D53-C3E2-3ADF-C480-921C16E2A2A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86400" y="4611689"/>
            <a:ext cx="2641600" cy="300037"/>
          </a:xfrm>
        </p:spPr>
        <p:txBody>
          <a:bodyPr anchor="t"/>
          <a:lstStyle>
            <a:lvl1pPr marL="0" indent="0" rtl="0">
              <a:buFont typeface="Arial" panose="020B0604020202020204" pitchFamily="34" charset="0"/>
              <a:buNone/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26" name="Textplatzhalter 21">
            <a:extLst>
              <a:ext uri="{FF2B5EF4-FFF2-40B4-BE49-F238E27FC236}">
                <a16:creationId xmlns:a16="http://schemas.microsoft.com/office/drawing/2014/main" id="{E20B0AE0-5A38-8235-7B95-0694EF6CC3B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486400" y="5006976"/>
            <a:ext cx="2641600" cy="819150"/>
          </a:xfrm>
        </p:spPr>
        <p:txBody>
          <a:bodyPr vert="horz"/>
          <a:lstStyle>
            <a:lvl1pPr marL="177800" indent="-177800" rtl="0">
              <a:buFontTx/>
              <a:buBlip>
                <a:blip r:embed="rId5"/>
              </a:buBlip>
              <a:defRPr lang="de-DE" sz="1200" dirty="0">
                <a:latin typeface="+mn-lt"/>
                <a:ea typeface="+mn-ea"/>
                <a:cs typeface="+mn-cs"/>
              </a:defRPr>
            </a:lvl1pPr>
          </a:lstStyle>
          <a:p>
            <a:pPr marL="177800" lvl="0" indent="-177800" rtl="0">
              <a:spcAft>
                <a:spcPts val="600"/>
              </a:spcAft>
              <a:buFontTx/>
              <a:buBlip>
                <a:blip r:embed="rId5"/>
              </a:buBlip>
            </a:pPr>
            <a:r>
              <a:rPr lang="de-DE" dirty="0"/>
              <a:t>Mastertextformat bearbeiten</a:t>
            </a:r>
          </a:p>
        </p:txBody>
      </p:sp>
      <p:sp>
        <p:nvSpPr>
          <p:cNvPr id="30" name="Textplatzhalter 18">
            <a:extLst>
              <a:ext uri="{FF2B5EF4-FFF2-40B4-BE49-F238E27FC236}">
                <a16:creationId xmlns:a16="http://schemas.microsoft.com/office/drawing/2014/main" id="{C61AAE36-0749-4112-285C-53799773CA0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215438" y="1484313"/>
            <a:ext cx="2641600" cy="300037"/>
          </a:xfrm>
        </p:spPr>
        <p:txBody>
          <a:bodyPr anchor="t"/>
          <a:lstStyle>
            <a:lvl1pPr marL="0" indent="0" rtl="0">
              <a:buFont typeface="Arial" panose="020B0604020202020204" pitchFamily="34" charset="0"/>
              <a:buNone/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31" name="Textplatzhalter 21">
            <a:extLst>
              <a:ext uri="{FF2B5EF4-FFF2-40B4-BE49-F238E27FC236}">
                <a16:creationId xmlns:a16="http://schemas.microsoft.com/office/drawing/2014/main" id="{93620FDD-FED9-2751-4322-80F0A5240AB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215438" y="1879600"/>
            <a:ext cx="2641600" cy="819150"/>
          </a:xfrm>
        </p:spPr>
        <p:txBody>
          <a:bodyPr vert="horz"/>
          <a:lstStyle>
            <a:lvl1pPr marL="177800" indent="-177800" rtl="0">
              <a:buFontTx/>
              <a:buBlip>
                <a:blip r:embed="rId5"/>
              </a:buBlip>
              <a:defRPr lang="de-DE" sz="1200" dirty="0">
                <a:latin typeface="+mn-lt"/>
                <a:ea typeface="+mn-ea"/>
                <a:cs typeface="+mn-cs"/>
              </a:defRPr>
            </a:lvl1pPr>
          </a:lstStyle>
          <a:p>
            <a:pPr marL="177800" lvl="0" indent="-177800" rtl="0">
              <a:spcAft>
                <a:spcPts val="600"/>
              </a:spcAft>
              <a:buFontTx/>
              <a:buBlip>
                <a:blip r:embed="rId5"/>
              </a:buBlip>
            </a:pPr>
            <a:r>
              <a:rPr lang="de-DE" dirty="0"/>
              <a:t>Mastertextformat bearbeiten</a:t>
            </a:r>
          </a:p>
        </p:txBody>
      </p:sp>
      <p:sp>
        <p:nvSpPr>
          <p:cNvPr id="32" name="Textplatzhalter 18">
            <a:extLst>
              <a:ext uri="{FF2B5EF4-FFF2-40B4-BE49-F238E27FC236}">
                <a16:creationId xmlns:a16="http://schemas.microsoft.com/office/drawing/2014/main" id="{4E431AAA-2784-5A3A-71AE-A9636C3A0EA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215438" y="3048001"/>
            <a:ext cx="2641600" cy="300037"/>
          </a:xfrm>
        </p:spPr>
        <p:txBody>
          <a:bodyPr anchor="t"/>
          <a:lstStyle>
            <a:lvl1pPr marL="0" indent="0" rtl="0">
              <a:buFont typeface="Arial" panose="020B0604020202020204" pitchFamily="34" charset="0"/>
              <a:buNone/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33" name="Textplatzhalter 21">
            <a:extLst>
              <a:ext uri="{FF2B5EF4-FFF2-40B4-BE49-F238E27FC236}">
                <a16:creationId xmlns:a16="http://schemas.microsoft.com/office/drawing/2014/main" id="{522A6C62-7D61-1D4D-6C69-37A3F80CF09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215438" y="3443288"/>
            <a:ext cx="2641600" cy="819150"/>
          </a:xfrm>
        </p:spPr>
        <p:txBody>
          <a:bodyPr vert="horz"/>
          <a:lstStyle>
            <a:lvl1pPr marL="177800" indent="-177800" rtl="0">
              <a:buFontTx/>
              <a:buBlip>
                <a:blip r:embed="rId5"/>
              </a:buBlip>
              <a:defRPr lang="de-DE" sz="1200" dirty="0">
                <a:latin typeface="+mn-lt"/>
                <a:ea typeface="+mn-ea"/>
                <a:cs typeface="+mn-cs"/>
              </a:defRPr>
            </a:lvl1pPr>
          </a:lstStyle>
          <a:p>
            <a:pPr marL="177800" lvl="0" indent="-177800" rtl="0">
              <a:spcAft>
                <a:spcPts val="600"/>
              </a:spcAft>
              <a:buFontTx/>
              <a:buBlip>
                <a:blip r:embed="rId5"/>
              </a:buBlip>
            </a:pPr>
            <a:r>
              <a:rPr lang="de-DE" dirty="0"/>
              <a:t>Mastertextformat bearbeiten</a:t>
            </a:r>
          </a:p>
        </p:txBody>
      </p:sp>
      <p:sp>
        <p:nvSpPr>
          <p:cNvPr id="34" name="Textplatzhalter 18">
            <a:extLst>
              <a:ext uri="{FF2B5EF4-FFF2-40B4-BE49-F238E27FC236}">
                <a16:creationId xmlns:a16="http://schemas.microsoft.com/office/drawing/2014/main" id="{DE4FE5CF-CC40-0D0D-5850-49DBAF48F0D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5438" y="4611689"/>
            <a:ext cx="2641600" cy="300037"/>
          </a:xfrm>
        </p:spPr>
        <p:txBody>
          <a:bodyPr anchor="t"/>
          <a:lstStyle>
            <a:lvl1pPr marL="0" indent="0" rtl="0">
              <a:buFont typeface="Arial" panose="020B0604020202020204" pitchFamily="34" charset="0"/>
              <a:buNone/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35" name="Textplatzhalter 21">
            <a:extLst>
              <a:ext uri="{FF2B5EF4-FFF2-40B4-BE49-F238E27FC236}">
                <a16:creationId xmlns:a16="http://schemas.microsoft.com/office/drawing/2014/main" id="{F38F6B7D-E873-91C3-E65C-9D3A9C09565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215438" y="5006976"/>
            <a:ext cx="2641600" cy="819150"/>
          </a:xfrm>
        </p:spPr>
        <p:txBody>
          <a:bodyPr vert="horz"/>
          <a:lstStyle>
            <a:lvl1pPr marL="177800" indent="-177800" rtl="0">
              <a:buFontTx/>
              <a:buBlip>
                <a:blip r:embed="rId5"/>
              </a:buBlip>
              <a:defRPr lang="de-DE" sz="1200" dirty="0">
                <a:latin typeface="+mn-lt"/>
                <a:ea typeface="+mn-ea"/>
                <a:cs typeface="+mn-cs"/>
              </a:defRPr>
            </a:lvl1pPr>
          </a:lstStyle>
          <a:p>
            <a:pPr marL="177800" lvl="0" indent="-177800" rtl="0">
              <a:spcAft>
                <a:spcPts val="600"/>
              </a:spcAft>
              <a:buFontTx/>
              <a:buBlip>
                <a:blip r:embed="rId5"/>
              </a:buBlip>
            </a:pPr>
            <a:r>
              <a:rPr lang="de-DE" dirty="0"/>
              <a:t>Mastertextformat bearbeiten</a:t>
            </a:r>
          </a:p>
        </p:txBody>
      </p:sp>
      <p:sp>
        <p:nvSpPr>
          <p:cNvPr id="36" name="Fußzeilenplatzhalter 15">
            <a:extLst>
              <a:ext uri="{FF2B5EF4-FFF2-40B4-BE49-F238E27FC236}">
                <a16:creationId xmlns:a16="http://schemas.microsoft.com/office/drawing/2014/main" id="{1046C3A4-41CB-B63F-4C58-1C082C046E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37" name="Foliennummernplatzhalter 16">
            <a:extLst>
              <a:ext uri="{FF2B5EF4-FFF2-40B4-BE49-F238E27FC236}">
                <a16:creationId xmlns:a16="http://schemas.microsoft.com/office/drawing/2014/main" id="{9C20BDF8-8438-DF2E-151A-AEDC09ED7C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8FBC33F2-73E2-6C18-1648-557E88B1E5B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835426" y="3048001"/>
            <a:ext cx="476250" cy="476250"/>
          </a:xfrm>
          <a:solidFill>
            <a:schemeClr val="accent2"/>
          </a:solidFill>
        </p:spPr>
        <p:txBody>
          <a:bodyPr anchor="ctr"/>
          <a:lstStyle>
            <a:lvl1pPr marL="0" indent="0" algn="ctr" rtl="0"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4pPr marL="0" indent="0" algn="ctr">
              <a:buFont typeface="Arial" panose="020B0604020202020204" pitchFamily="34" charset="0"/>
              <a:buNone/>
              <a:defRPr sz="1800" baseline="0">
                <a:solidFill>
                  <a:schemeClr val="bg1"/>
                </a:solidFill>
              </a:defRPr>
            </a:lvl4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39" name="Textplatzhalter 9">
            <a:extLst>
              <a:ext uri="{FF2B5EF4-FFF2-40B4-BE49-F238E27FC236}">
                <a16:creationId xmlns:a16="http://schemas.microsoft.com/office/drawing/2014/main" id="{FA8F46D5-BD9A-35F0-386F-30D6908BA6A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835426" y="4611689"/>
            <a:ext cx="476250" cy="476250"/>
          </a:xfrm>
          <a:solidFill>
            <a:schemeClr val="accent2"/>
          </a:solidFill>
        </p:spPr>
        <p:txBody>
          <a:bodyPr anchor="ctr"/>
          <a:lstStyle>
            <a:lvl1pPr marL="0" indent="0" algn="ctr" rtl="0"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4pPr marL="0" indent="0" algn="ctr">
              <a:buFont typeface="Arial" panose="020B0604020202020204" pitchFamily="34" charset="0"/>
              <a:buNone/>
              <a:defRPr sz="1800" baseline="0">
                <a:solidFill>
                  <a:schemeClr val="bg1"/>
                </a:solidFill>
              </a:defRPr>
            </a:lvl4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40" name="Textplatzhalter 9">
            <a:extLst>
              <a:ext uri="{FF2B5EF4-FFF2-40B4-BE49-F238E27FC236}">
                <a16:creationId xmlns:a16="http://schemas.microsoft.com/office/drawing/2014/main" id="{0E004FC7-FC99-1C1A-6664-1A2F1528CA9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569226" y="1484313"/>
            <a:ext cx="476250" cy="476250"/>
          </a:xfrm>
          <a:solidFill>
            <a:schemeClr val="accent2"/>
          </a:solidFill>
        </p:spPr>
        <p:txBody>
          <a:bodyPr anchor="ctr"/>
          <a:lstStyle>
            <a:lvl1pPr marL="0" indent="0" algn="ctr" rtl="0"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4pPr marL="0" indent="0" algn="ctr">
              <a:buFont typeface="Arial" panose="020B0604020202020204" pitchFamily="34" charset="0"/>
              <a:buNone/>
              <a:defRPr sz="1800" baseline="0">
                <a:solidFill>
                  <a:schemeClr val="bg1"/>
                </a:solidFill>
              </a:defRPr>
            </a:lvl4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41" name="Textplatzhalter 9">
            <a:extLst>
              <a:ext uri="{FF2B5EF4-FFF2-40B4-BE49-F238E27FC236}">
                <a16:creationId xmlns:a16="http://schemas.microsoft.com/office/drawing/2014/main" id="{B18677F0-9F2A-0539-C4FA-504DCAAD6D4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569226" y="3048001"/>
            <a:ext cx="476250" cy="476250"/>
          </a:xfrm>
          <a:solidFill>
            <a:schemeClr val="accent2"/>
          </a:solidFill>
        </p:spPr>
        <p:txBody>
          <a:bodyPr anchor="ctr"/>
          <a:lstStyle>
            <a:lvl1pPr marL="0" indent="0" algn="ctr" rtl="0"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4pPr marL="0" indent="0" algn="ctr">
              <a:buFont typeface="Arial" panose="020B0604020202020204" pitchFamily="34" charset="0"/>
              <a:buNone/>
              <a:defRPr sz="1800" baseline="0">
                <a:solidFill>
                  <a:schemeClr val="bg1"/>
                </a:solidFill>
              </a:defRPr>
            </a:lvl4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42" name="Textplatzhalter 9">
            <a:extLst>
              <a:ext uri="{FF2B5EF4-FFF2-40B4-BE49-F238E27FC236}">
                <a16:creationId xmlns:a16="http://schemas.microsoft.com/office/drawing/2014/main" id="{81A0347C-FD1C-C057-F37D-1ED031B4176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569226" y="4611689"/>
            <a:ext cx="476250" cy="476250"/>
          </a:xfrm>
          <a:solidFill>
            <a:schemeClr val="accent2"/>
          </a:solidFill>
        </p:spPr>
        <p:txBody>
          <a:bodyPr anchor="ctr"/>
          <a:lstStyle>
            <a:lvl1pPr marL="0" indent="0" algn="ctr" rtl="0"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4pPr marL="0" indent="0" algn="ctr">
              <a:buFont typeface="Arial" panose="020B0604020202020204" pitchFamily="34" charset="0"/>
              <a:buNone/>
              <a:defRPr sz="1800" baseline="0">
                <a:solidFill>
                  <a:schemeClr val="bg1"/>
                </a:solidFill>
              </a:defRPr>
            </a:lvl4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5" name="Textplatzhalter 12">
            <a:extLst>
              <a:ext uri="{FF2B5EF4-FFF2-40B4-BE49-F238E27FC236}">
                <a16:creationId xmlns:a16="http://schemas.microsoft.com/office/drawing/2014/main" id="{644C012E-7879-6FC4-8F52-341B02B291D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6400" y="6308725"/>
            <a:ext cx="6370638" cy="252413"/>
          </a:xfrm>
        </p:spPr>
        <p:txBody>
          <a:bodyPr anchor="ctr"/>
          <a:lstStyle>
            <a:lvl1pPr marL="0" indent="0" rtl="0">
              <a:spcAft>
                <a:spcPts val="0"/>
              </a:spcAft>
              <a:buNone/>
              <a:defRPr sz="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  <p:pic>
        <p:nvPicPr>
          <p:cNvPr id="6" name="Grafik 5" descr="Ein Bild, das Text, Schrift, Symbol, Logo enthält.&#10;&#10;Automatisch generierte Beschreibung">
            <a:extLst>
              <a:ext uri="{FF2B5EF4-FFF2-40B4-BE49-F238E27FC236}">
                <a16:creationId xmlns:a16="http://schemas.microsoft.com/office/drawing/2014/main" id="{732AC979-016A-6552-E85F-15026BF011B9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174" y="383229"/>
            <a:ext cx="2010258" cy="61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29757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+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69E644ED-EDB8-E02A-CAE3-D36616B83ED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59637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9E644ED-EDB8-E02A-CAE3-D36616B83E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9">
            <a:extLst>
              <a:ext uri="{FF2B5EF4-FFF2-40B4-BE49-F238E27FC236}">
                <a16:creationId xmlns:a16="http://schemas.microsoft.com/office/drawing/2014/main" id="{3E5B4770-404F-075E-82DC-397DA37CDCF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1" y="2352675"/>
            <a:ext cx="6000750" cy="4505325"/>
          </a:xfrm>
          <a:custGeom>
            <a:avLst/>
            <a:gdLst>
              <a:gd name="connsiteX0" fmla="*/ 4286377 w 6000750"/>
              <a:gd name="connsiteY0" fmla="*/ 3647787 h 4505325"/>
              <a:gd name="connsiteX1" fmla="*/ 4286377 w 6000750"/>
              <a:gd name="connsiteY1" fmla="*/ 4504977 h 4505325"/>
              <a:gd name="connsiteX2" fmla="*/ 5143567 w 6000750"/>
              <a:gd name="connsiteY2" fmla="*/ 4504977 h 4505325"/>
              <a:gd name="connsiteX3" fmla="*/ 5143567 w 6000750"/>
              <a:gd name="connsiteY3" fmla="*/ 3647787 h 4505325"/>
              <a:gd name="connsiteX4" fmla="*/ 0 w 6000750"/>
              <a:gd name="connsiteY4" fmla="*/ 0 h 4505325"/>
              <a:gd name="connsiteX5" fmla="*/ 5143566 w 6000750"/>
              <a:gd name="connsiteY5" fmla="*/ 0 h 4505325"/>
              <a:gd name="connsiteX6" fmla="*/ 5143566 w 6000750"/>
              <a:gd name="connsiteY6" fmla="*/ 3645561 h 4505325"/>
              <a:gd name="connsiteX7" fmla="*/ 6000017 w 6000750"/>
              <a:gd name="connsiteY7" fmla="*/ 3645561 h 4505325"/>
              <a:gd name="connsiteX8" fmla="*/ 6000017 w 6000750"/>
              <a:gd name="connsiteY8" fmla="*/ 0 h 4505325"/>
              <a:gd name="connsiteX9" fmla="*/ 6000750 w 6000750"/>
              <a:gd name="connsiteY9" fmla="*/ 0 h 4505325"/>
              <a:gd name="connsiteX10" fmla="*/ 6000750 w 6000750"/>
              <a:gd name="connsiteY10" fmla="*/ 4505325 h 4505325"/>
              <a:gd name="connsiteX11" fmla="*/ 0 w 6000750"/>
              <a:gd name="connsiteY11" fmla="*/ 4505325 h 4505325"/>
              <a:gd name="connsiteX0" fmla="*/ 4286377 w 6000750"/>
              <a:gd name="connsiteY0" fmla="*/ 3647787 h 4505325"/>
              <a:gd name="connsiteX1" fmla="*/ 4286377 w 6000750"/>
              <a:gd name="connsiteY1" fmla="*/ 4504977 h 4505325"/>
              <a:gd name="connsiteX2" fmla="*/ 5143567 w 6000750"/>
              <a:gd name="connsiteY2" fmla="*/ 4504977 h 4505325"/>
              <a:gd name="connsiteX3" fmla="*/ 5143567 w 6000750"/>
              <a:gd name="connsiteY3" fmla="*/ 3647787 h 4505325"/>
              <a:gd name="connsiteX4" fmla="*/ 4286377 w 6000750"/>
              <a:gd name="connsiteY4" fmla="*/ 3647787 h 4505325"/>
              <a:gd name="connsiteX5" fmla="*/ 0 w 6000750"/>
              <a:gd name="connsiteY5" fmla="*/ 0 h 4505325"/>
              <a:gd name="connsiteX6" fmla="*/ 5143566 w 6000750"/>
              <a:gd name="connsiteY6" fmla="*/ 0 h 4505325"/>
              <a:gd name="connsiteX7" fmla="*/ 5143566 w 6000750"/>
              <a:gd name="connsiteY7" fmla="*/ 3645561 h 4505325"/>
              <a:gd name="connsiteX8" fmla="*/ 6000017 w 6000750"/>
              <a:gd name="connsiteY8" fmla="*/ 3645561 h 4505325"/>
              <a:gd name="connsiteX9" fmla="*/ 6000017 w 6000750"/>
              <a:gd name="connsiteY9" fmla="*/ 0 h 4505325"/>
              <a:gd name="connsiteX10" fmla="*/ 6000750 w 6000750"/>
              <a:gd name="connsiteY10" fmla="*/ 4505325 h 4505325"/>
              <a:gd name="connsiteX11" fmla="*/ 0 w 6000750"/>
              <a:gd name="connsiteY11" fmla="*/ 4505325 h 4505325"/>
              <a:gd name="connsiteX12" fmla="*/ 0 w 6000750"/>
              <a:gd name="connsiteY12" fmla="*/ 0 h 4505325"/>
              <a:gd name="connsiteX0" fmla="*/ 4286377 w 6000750"/>
              <a:gd name="connsiteY0" fmla="*/ 3647787 h 4505325"/>
              <a:gd name="connsiteX1" fmla="*/ 4286377 w 6000750"/>
              <a:gd name="connsiteY1" fmla="*/ 4504977 h 4505325"/>
              <a:gd name="connsiteX2" fmla="*/ 5143567 w 6000750"/>
              <a:gd name="connsiteY2" fmla="*/ 4504977 h 4505325"/>
              <a:gd name="connsiteX3" fmla="*/ 5143567 w 6000750"/>
              <a:gd name="connsiteY3" fmla="*/ 3647787 h 4505325"/>
              <a:gd name="connsiteX4" fmla="*/ 4286377 w 6000750"/>
              <a:gd name="connsiteY4" fmla="*/ 3647787 h 4505325"/>
              <a:gd name="connsiteX5" fmla="*/ 0 w 6000750"/>
              <a:gd name="connsiteY5" fmla="*/ 0 h 4505325"/>
              <a:gd name="connsiteX6" fmla="*/ 5143566 w 6000750"/>
              <a:gd name="connsiteY6" fmla="*/ 0 h 4505325"/>
              <a:gd name="connsiteX7" fmla="*/ 5143566 w 6000750"/>
              <a:gd name="connsiteY7" fmla="*/ 3645561 h 4505325"/>
              <a:gd name="connsiteX8" fmla="*/ 6000017 w 6000750"/>
              <a:gd name="connsiteY8" fmla="*/ 3645561 h 4505325"/>
              <a:gd name="connsiteX9" fmla="*/ 6000750 w 6000750"/>
              <a:gd name="connsiteY9" fmla="*/ 4505325 h 4505325"/>
              <a:gd name="connsiteX10" fmla="*/ 0 w 6000750"/>
              <a:gd name="connsiteY10" fmla="*/ 4505325 h 4505325"/>
              <a:gd name="connsiteX11" fmla="*/ 0 w 6000750"/>
              <a:gd name="connsiteY11" fmla="*/ 0 h 4505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000750" h="4505325">
                <a:moveTo>
                  <a:pt x="4286377" y="3647787"/>
                </a:moveTo>
                <a:lnTo>
                  <a:pt x="4286377" y="4504977"/>
                </a:lnTo>
                <a:lnTo>
                  <a:pt x="5143567" y="4504977"/>
                </a:lnTo>
                <a:lnTo>
                  <a:pt x="5143567" y="3647787"/>
                </a:lnTo>
                <a:lnTo>
                  <a:pt x="4286377" y="3647787"/>
                </a:lnTo>
                <a:close/>
                <a:moveTo>
                  <a:pt x="0" y="0"/>
                </a:moveTo>
                <a:lnTo>
                  <a:pt x="5143566" y="0"/>
                </a:lnTo>
                <a:lnTo>
                  <a:pt x="5143566" y="3645561"/>
                </a:lnTo>
                <a:lnTo>
                  <a:pt x="6000017" y="3645561"/>
                </a:lnTo>
                <a:cubicBezTo>
                  <a:pt x="6000261" y="3932149"/>
                  <a:pt x="6000506" y="4218737"/>
                  <a:pt x="6000750" y="4505325"/>
                </a:cubicBez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8000" tIns="10800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de-AT"/>
          </a:p>
        </p:txBody>
      </p:sp>
      <p:sp>
        <p:nvSpPr>
          <p:cNvPr id="3" name="Balken 1">
            <a:extLst>
              <a:ext uri="{FF2B5EF4-FFF2-40B4-BE49-F238E27FC236}">
                <a16:creationId xmlns:a16="http://schemas.microsoft.com/office/drawing/2014/main" id="{583AD794-3BF0-2F16-F1CD-1E7CB3921F19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5143308" cy="2381239"/>
          </a:xfrm>
          <a:custGeom>
            <a:avLst/>
            <a:gdLst/>
            <a:ahLst/>
            <a:cxnLst/>
            <a:rect l="l" t="t" r="r" b="b"/>
            <a:pathLst>
              <a:path w="8481695" h="3926840">
                <a:moveTo>
                  <a:pt x="8481417" y="0"/>
                </a:moveTo>
                <a:lnTo>
                  <a:pt x="0" y="0"/>
                </a:lnTo>
                <a:lnTo>
                  <a:pt x="0" y="3926582"/>
                </a:lnTo>
                <a:lnTo>
                  <a:pt x="8481417" y="3926582"/>
                </a:lnTo>
                <a:lnTo>
                  <a:pt x="8481417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>
            <a:noAutofit/>
          </a:bodyPr>
          <a:lstStyle/>
          <a:p>
            <a:pPr rtl="0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32967C4-01DC-89A2-49E9-C3648E669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89200"/>
            <a:ext cx="4046237" cy="769441"/>
          </a:xfrm>
          <a:prstGeom prst="rect">
            <a:avLst/>
          </a:prstGeom>
        </p:spPr>
        <p:txBody>
          <a:bodyPr vert="horz">
            <a:noAutofit/>
          </a:bodyPr>
          <a:lstStyle>
            <a:lvl1pPr rtl="0">
              <a:defRPr sz="2500" b="1" spc="-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Textplatzhalter 1">
            <a:extLst>
              <a:ext uri="{FF2B5EF4-FFF2-40B4-BE49-F238E27FC236}">
                <a16:creationId xmlns:a16="http://schemas.microsoft.com/office/drawing/2014/main" id="{26221355-5A60-4666-2E77-6B2EDB2406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0439" y="381000"/>
            <a:ext cx="4046237" cy="246221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 rtl="0">
              <a:defRPr sz="1600">
                <a:solidFill>
                  <a:schemeClr val="bg1"/>
                </a:solidFill>
              </a:defRPr>
            </a:lvl5pPr>
          </a:lstStyle>
          <a:p>
            <a:pPr lvl="4"/>
            <a:r>
              <a:rPr lang="de-DE" dirty="0"/>
              <a:t>Mastertextformat bearbeiten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336B2D58-07A2-D54E-9C27-01102154F6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950" y="909696"/>
            <a:ext cx="5257592" cy="1024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rtl="0">
              <a:buFont typeface="Arial" panose="020B0604020202020204" pitchFamily="34" charset="0"/>
              <a:buNone/>
              <a:defRPr sz="2490" b="1" spc="-30" baseline="0">
                <a:solidFill>
                  <a:schemeClr val="accent2"/>
                </a:solidFill>
              </a:defRPr>
            </a:lvl1pPr>
            <a:lvl2pPr marL="0" indent="-180000" rtl="0">
              <a:spcBef>
                <a:spcPts val="180"/>
              </a:spcBef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580" spc="-10" baseline="0"/>
            </a:lvl2pPr>
            <a:lvl3pPr>
              <a:defRPr sz="1580"/>
            </a:lvl3pPr>
            <a:lvl4pPr>
              <a:defRPr sz="1580"/>
            </a:lvl4pPr>
            <a:lvl5pPr>
              <a:defRPr sz="1580"/>
            </a:lvl5pPr>
          </a:lstStyle>
          <a:p>
            <a:pPr lvl="0"/>
            <a:r>
              <a:rPr lang="de-DE" dirty="0"/>
              <a:t>Erste + Zweite Ebene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D6A96B82-A60A-984E-563D-79CEE8CAC4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950" y="2474902"/>
            <a:ext cx="5257592" cy="1024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rtl="0">
              <a:buFont typeface="Arial" panose="020B0604020202020204" pitchFamily="34" charset="0"/>
              <a:buNone/>
              <a:defRPr sz="2490" b="1" spc="-30" baseline="0">
                <a:solidFill>
                  <a:schemeClr val="accent2"/>
                </a:solidFill>
              </a:defRPr>
            </a:lvl1pPr>
            <a:lvl2pPr marL="0" indent="-180000" rtl="0">
              <a:spcBef>
                <a:spcPts val="180"/>
              </a:spcBef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580" spc="-10" baseline="0"/>
            </a:lvl2pPr>
            <a:lvl3pPr>
              <a:defRPr sz="1580"/>
            </a:lvl3pPr>
            <a:lvl4pPr>
              <a:defRPr sz="1580"/>
            </a:lvl4pPr>
            <a:lvl5pPr>
              <a:defRPr sz="1580"/>
            </a:lvl5pPr>
          </a:lstStyle>
          <a:p>
            <a:pPr lvl="0"/>
            <a:r>
              <a:rPr lang="de-DE" dirty="0"/>
              <a:t>Erste + Zweite Ebene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E1F1EBF1-7FB9-51CD-CB2D-86BA64330F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88950" y="4040108"/>
            <a:ext cx="5257592" cy="1024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rtl="0">
              <a:buFont typeface="Arial" panose="020B0604020202020204" pitchFamily="34" charset="0"/>
              <a:buNone/>
              <a:defRPr sz="2490" b="1" spc="-30" baseline="0">
                <a:solidFill>
                  <a:schemeClr val="accent2"/>
                </a:solidFill>
              </a:defRPr>
            </a:lvl1pPr>
            <a:lvl2pPr marL="0" indent="-180000" rtl="0">
              <a:spcBef>
                <a:spcPts val="180"/>
              </a:spcBef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580" spc="-10" baseline="0"/>
            </a:lvl2pPr>
            <a:lvl3pPr>
              <a:defRPr sz="1580"/>
            </a:lvl3pPr>
            <a:lvl4pPr>
              <a:defRPr sz="1580"/>
            </a:lvl4pPr>
            <a:lvl5pPr>
              <a:defRPr sz="1580"/>
            </a:lvl5pPr>
          </a:lstStyle>
          <a:p>
            <a:pPr lvl="0"/>
            <a:r>
              <a:rPr lang="de-DE" dirty="0"/>
              <a:t>Erste + Zweite Ebene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12" name="Bildplatzhalter 1">
            <a:extLst>
              <a:ext uri="{FF2B5EF4-FFF2-40B4-BE49-F238E27FC236}">
                <a16:creationId xmlns:a16="http://schemas.microsoft.com/office/drawing/2014/main" id="{C7899F09-81A9-8C66-11CD-330DAE7CBE9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38901" y="909696"/>
            <a:ext cx="486000" cy="486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 sz="1400"/>
            </a:lvl1pPr>
          </a:lstStyle>
          <a:p>
            <a:r>
              <a:rPr lang="de-DE"/>
              <a:t>Icon</a:t>
            </a:r>
            <a:endParaRPr lang="de-DE" dirty="0"/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44219EC2-43E8-7B2D-291F-CDDDB80DBE9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38901" y="2474902"/>
            <a:ext cx="486000" cy="486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 sz="1400"/>
            </a:lvl1pPr>
          </a:lstStyle>
          <a:p>
            <a:r>
              <a:rPr lang="de-DE"/>
              <a:t>Icon</a:t>
            </a:r>
            <a:endParaRPr lang="de-DE" dirty="0"/>
          </a:p>
        </p:txBody>
      </p:sp>
      <p:sp>
        <p:nvSpPr>
          <p:cNvPr id="14" name="Bildplatzhalter 3">
            <a:extLst>
              <a:ext uri="{FF2B5EF4-FFF2-40B4-BE49-F238E27FC236}">
                <a16:creationId xmlns:a16="http://schemas.microsoft.com/office/drawing/2014/main" id="{84590C23-C663-CE8A-D6D1-9E0A9E866D7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838901" y="4040108"/>
            <a:ext cx="486000" cy="486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 sz="1400"/>
            </a:lvl1pPr>
          </a:lstStyle>
          <a:p>
            <a:r>
              <a:rPr lang="de-DE"/>
              <a:t>Icon</a:t>
            </a:r>
            <a:endParaRPr lang="de-DE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A99D42B1-A6AB-6FE7-0B32-D1270E5B0C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8EC8A7D6-4FB3-C212-0580-FC28C4A54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Textplatzhalter 12">
            <a:extLst>
              <a:ext uri="{FF2B5EF4-FFF2-40B4-BE49-F238E27FC236}">
                <a16:creationId xmlns:a16="http://schemas.microsoft.com/office/drawing/2014/main" id="{0AD8A561-1B59-6558-A269-881D8F3F83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01830" y="6308725"/>
            <a:ext cx="5257592" cy="252413"/>
          </a:xfrm>
        </p:spPr>
        <p:txBody>
          <a:bodyPr anchor="ctr"/>
          <a:lstStyle>
            <a:lvl1pPr marL="0" indent="0" rtl="0">
              <a:spcAft>
                <a:spcPts val="0"/>
              </a:spcAft>
              <a:buNone/>
              <a:defRPr sz="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  <p:pic>
        <p:nvPicPr>
          <p:cNvPr id="5" name="Grafik 4" descr="Ein Bild, das Text, Schrift, Symbol, Logo enthält.&#10;&#10;Automatisch generierte Beschreibung">
            <a:extLst>
              <a:ext uri="{FF2B5EF4-FFF2-40B4-BE49-F238E27FC236}">
                <a16:creationId xmlns:a16="http://schemas.microsoft.com/office/drawing/2014/main" id="{7D6D5685-4457-5A06-5E21-6B600EE1155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174" y="5675043"/>
            <a:ext cx="2010258" cy="61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4284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+ Aufzählung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CD10A994-2D4C-C8F3-6982-FFBC018935A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481376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10A994-2D4C-C8F3-6982-FFBC018935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Bildplatzhalter">
            <a:extLst>
              <a:ext uri="{FF2B5EF4-FFF2-40B4-BE49-F238E27FC236}">
                <a16:creationId xmlns:a16="http://schemas.microsoft.com/office/drawing/2014/main" id="{D627C073-3AC9-4758-F7D1-9BF94962ED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20800" y="0"/>
            <a:ext cx="4471200" cy="4114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/>
            </a:lvl1pPr>
          </a:lstStyle>
          <a:p>
            <a:endParaRPr lang="de-AT"/>
          </a:p>
        </p:txBody>
      </p:sp>
      <p:sp>
        <p:nvSpPr>
          <p:cNvPr id="10" name="Balken">
            <a:extLst>
              <a:ext uri="{FF2B5EF4-FFF2-40B4-BE49-F238E27FC236}">
                <a16:creationId xmlns:a16="http://schemas.microsoft.com/office/drawing/2014/main" id="{BA1181D0-ACA7-6E78-09B6-B1ABF137394F}"/>
              </a:ext>
            </a:extLst>
          </p:cNvPr>
          <p:cNvSpPr/>
          <p:nvPr userDrawn="1"/>
        </p:nvSpPr>
        <p:spPr>
          <a:xfrm>
            <a:off x="7721785" y="4025850"/>
            <a:ext cx="4470215" cy="2832150"/>
          </a:xfrm>
          <a:custGeom>
            <a:avLst/>
            <a:gdLst/>
            <a:ahLst/>
            <a:cxnLst/>
            <a:rect l="l" t="t" r="r" b="b"/>
            <a:pathLst>
              <a:path w="7371715" h="4670425">
                <a:moveTo>
                  <a:pt x="7371503" y="0"/>
                </a:moveTo>
                <a:lnTo>
                  <a:pt x="0" y="0"/>
                </a:lnTo>
                <a:lnTo>
                  <a:pt x="0" y="4670014"/>
                </a:lnTo>
                <a:lnTo>
                  <a:pt x="7371503" y="4670014"/>
                </a:lnTo>
                <a:lnTo>
                  <a:pt x="7371503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4" name="Textplatzhalter 1">
            <a:extLst>
              <a:ext uri="{FF2B5EF4-FFF2-40B4-BE49-F238E27FC236}">
                <a16:creationId xmlns:a16="http://schemas.microsoft.com/office/drawing/2014/main" id="{5C6E65FD-579D-7166-F932-DCA3265811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963" y="360000"/>
            <a:ext cx="6941878" cy="266227"/>
          </a:xfrm>
          <a:prstGeom prst="rect">
            <a:avLst/>
          </a:prstGeom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 sz="1600" b="0" spc="-40" baseline="0">
                <a:solidFill>
                  <a:schemeClr val="accent2"/>
                </a:solidFill>
              </a:defRPr>
            </a:lvl1pPr>
            <a:lvl2pPr>
              <a:defRPr sz="1730"/>
            </a:lvl2pPr>
            <a:lvl3pPr>
              <a:defRPr sz="1730"/>
            </a:lvl3pPr>
            <a:lvl4pPr>
              <a:defRPr sz="1730"/>
            </a:lvl4pPr>
            <a:lvl5pPr>
              <a:defRPr sz="1730"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3562F5E-AE77-A887-38FC-AB47CD952F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63" y="5360400"/>
            <a:ext cx="6946273" cy="639214"/>
          </a:xfrm>
          <a:prstGeom prst="rect">
            <a:avLst/>
          </a:prstGeom>
        </p:spPr>
        <p:txBody>
          <a:bodyPr/>
          <a:lstStyle>
            <a:lvl1pPr marL="0" indent="0" rtl="0">
              <a:spcAft>
                <a:spcPts val="200"/>
              </a:spcAft>
              <a:buFont typeface="Arial" panose="020B0604020202020204" pitchFamily="34" charset="0"/>
              <a:buNone/>
              <a:defRPr sz="2490" b="1" spc="-10" baseline="0">
                <a:solidFill>
                  <a:schemeClr val="accent2"/>
                </a:solidFill>
              </a:defRPr>
            </a:lvl1pPr>
            <a:lvl2pPr marL="285750" indent="-285750" algn="l" rtl="0">
              <a:lnSpc>
                <a:spcPct val="101000"/>
              </a:lnSpc>
              <a:buFont typeface="Arial" panose="020B0604020202020204" pitchFamily="34" charset="0"/>
              <a:buChar char="•"/>
              <a:defRPr sz="1580" spc="-20" baseline="0"/>
            </a:lvl2pPr>
          </a:lstStyle>
          <a:p>
            <a:pPr lvl="0"/>
            <a:r>
              <a:rPr lang="de-DE" dirty="0"/>
              <a:t>Erste + zweite Ebene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1A93C45-D2BE-689D-6234-1098F3A1D1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46800" y="5067584"/>
            <a:ext cx="3710238" cy="1241141"/>
          </a:xfrm>
          <a:prstGeom prst="rect">
            <a:avLst/>
          </a:prstGeom>
        </p:spPr>
        <p:txBody>
          <a:bodyPr/>
          <a:lstStyle>
            <a:lvl1pPr marL="0" indent="0" rtl="0">
              <a:lnSpc>
                <a:spcPct val="101000"/>
              </a:lnSpc>
              <a:buFont typeface="Arial" panose="020B0604020202020204" pitchFamily="34" charset="0"/>
              <a:buNone/>
              <a:defRPr sz="1580" spc="-20" baseline="0">
                <a:solidFill>
                  <a:schemeClr val="bg1"/>
                </a:solidFill>
              </a:defRPr>
            </a:lvl1pPr>
            <a:lvl2pPr marL="0" indent="0" rtl="0">
              <a:buNone/>
              <a:defRPr sz="1580"/>
            </a:lvl2pPr>
            <a:lvl3pPr>
              <a:defRPr sz="1580"/>
            </a:lvl3pPr>
            <a:lvl4pPr>
              <a:defRPr sz="1580"/>
            </a:lvl4pPr>
            <a:lvl5pPr>
              <a:defRPr sz="158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endParaRPr lang="de-DE" dirty="0"/>
          </a:p>
        </p:txBody>
      </p:sp>
      <p:graphicFrame>
        <p:nvGraphicFramePr>
          <p:cNvPr id="14" name="Tabelle">
            <a:extLst>
              <a:ext uri="{FF2B5EF4-FFF2-40B4-BE49-F238E27FC236}">
                <a16:creationId xmlns:a16="http://schemas.microsoft.com/office/drawing/2014/main" id="{A1C0D427-A119-4D8C-0DB4-5A001FCB9E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504743598"/>
              </p:ext>
            </p:extLst>
          </p:nvPr>
        </p:nvGraphicFramePr>
        <p:xfrm>
          <a:off x="334963" y="2792076"/>
          <a:ext cx="6942137" cy="214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42137">
                  <a:extLst>
                    <a:ext uri="{9D8B030D-6E8A-4147-A177-3AD203B41FA5}">
                      <a16:colId xmlns:a16="http://schemas.microsoft.com/office/drawing/2014/main" val="3435462216"/>
                    </a:ext>
                  </a:extLst>
                </a:gridCol>
              </a:tblGrid>
              <a:tr h="428400">
                <a:tc>
                  <a:txBody>
                    <a:bodyPr/>
                    <a:lstStyle/>
                    <a:p>
                      <a:pPr algn="l" rtl="0"/>
                      <a:endParaRPr lang="de-DE" sz="1580" dirty="0">
                        <a:solidFill>
                          <a:schemeClr val="tx1"/>
                        </a:solidFill>
                      </a:endParaRPr>
                    </a:p>
                  </a:txBody>
                  <a:tcPr marL="18720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67909192"/>
                  </a:ext>
                </a:extLst>
              </a:tr>
              <a:tr h="428400">
                <a:tc>
                  <a:txBody>
                    <a:bodyPr/>
                    <a:lstStyle/>
                    <a:p>
                      <a:pPr algn="l" rtl="0"/>
                      <a:endParaRPr lang="de-DE" sz="1580" dirty="0">
                        <a:solidFill>
                          <a:schemeClr val="tx1"/>
                        </a:solidFill>
                      </a:endParaRPr>
                    </a:p>
                  </a:txBody>
                  <a:tcPr marL="18720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4989411"/>
                  </a:ext>
                </a:extLst>
              </a:tr>
              <a:tr h="428400">
                <a:tc>
                  <a:txBody>
                    <a:bodyPr/>
                    <a:lstStyle/>
                    <a:p>
                      <a:pPr algn="l" rtl="0"/>
                      <a:endParaRPr lang="de-DE" sz="1580" dirty="0">
                        <a:solidFill>
                          <a:schemeClr val="tx1"/>
                        </a:solidFill>
                      </a:endParaRPr>
                    </a:p>
                  </a:txBody>
                  <a:tcPr marL="18720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310207"/>
                  </a:ext>
                </a:extLst>
              </a:tr>
              <a:tr h="428400">
                <a:tc>
                  <a:txBody>
                    <a:bodyPr/>
                    <a:lstStyle/>
                    <a:p>
                      <a:pPr algn="l" rtl="0"/>
                      <a:endParaRPr lang="de-DE" sz="1580" dirty="0">
                        <a:solidFill>
                          <a:schemeClr val="tx1"/>
                        </a:solidFill>
                      </a:endParaRPr>
                    </a:p>
                  </a:txBody>
                  <a:tcPr marL="18720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5092869"/>
                  </a:ext>
                </a:extLst>
              </a:tr>
              <a:tr h="428400">
                <a:tc>
                  <a:txBody>
                    <a:bodyPr/>
                    <a:lstStyle/>
                    <a:p>
                      <a:pPr algn="l" rtl="0"/>
                      <a:endParaRPr lang="de-DE" sz="1580" dirty="0">
                        <a:solidFill>
                          <a:schemeClr val="tx1"/>
                        </a:solidFill>
                      </a:endParaRPr>
                    </a:p>
                  </a:txBody>
                  <a:tcPr marL="18720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0668927"/>
                  </a:ext>
                </a:extLst>
              </a:tr>
            </a:tbl>
          </a:graphicData>
        </a:graphic>
      </p:graphicFrame>
      <p:pic>
        <p:nvPicPr>
          <p:cNvPr id="15" name="Icon">
            <a:extLst>
              <a:ext uri="{FF2B5EF4-FFF2-40B4-BE49-F238E27FC236}">
                <a16:creationId xmlns:a16="http://schemas.microsoft.com/office/drawing/2014/main" id="{CA15AA07-A106-14D0-75C3-C18B0A6E5AF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1400" y="4240994"/>
            <a:ext cx="648000" cy="648000"/>
          </a:xfrm>
          <a:prstGeom prst="rect">
            <a:avLst/>
          </a:prstGeom>
        </p:spPr>
      </p:pic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073B9922-6D27-6ECB-07DF-FBBC7F3CAD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571" y="2884465"/>
            <a:ext cx="6942609" cy="243143"/>
          </a:xfrm>
          <a:prstGeom prst="rect">
            <a:avLst/>
          </a:prstGeom>
        </p:spPr>
        <p:txBody>
          <a:bodyPr/>
          <a:lstStyle>
            <a:lvl1pPr marL="266700" indent="-266700" rtl="0">
              <a:buFontTx/>
              <a:buBlip>
                <a:blip r:embed="rId7"/>
              </a:buBlip>
              <a:defRPr sz="1580">
                <a:latin typeface="+mn-lt"/>
              </a:defRPr>
            </a:lvl1pPr>
          </a:lstStyle>
          <a:p>
            <a:pPr lvl="0"/>
            <a:r>
              <a:rPr lang="de-DE" dirty="0"/>
              <a:t>Aufzählung</a:t>
            </a:r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FA30B8B6-0E15-3521-C784-42E734B035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571" y="3307304"/>
            <a:ext cx="6942609" cy="243143"/>
          </a:xfrm>
          <a:prstGeom prst="rect">
            <a:avLst/>
          </a:prstGeom>
        </p:spPr>
        <p:txBody>
          <a:bodyPr/>
          <a:lstStyle>
            <a:lvl1pPr marL="266700" indent="-266700" rtl="0">
              <a:buFontTx/>
              <a:buBlip>
                <a:blip r:embed="rId7"/>
              </a:buBlip>
              <a:defRPr lang="de-DE" sz="1580" dirty="0">
                <a:latin typeface="+mn-lt"/>
                <a:ea typeface="+mn-ea"/>
                <a:cs typeface="+mn-cs"/>
              </a:defRPr>
            </a:lvl1pPr>
          </a:lstStyle>
          <a:p>
            <a:pPr marL="266700" lvl="0" indent="-266700" rtl="0">
              <a:spcAft>
                <a:spcPts val="600"/>
              </a:spcAft>
              <a:buFontTx/>
              <a:buBlip>
                <a:blip r:embed="rId7"/>
              </a:buBlip>
            </a:pPr>
            <a:r>
              <a:rPr lang="de-DE" dirty="0"/>
              <a:t>Aufzählung</a:t>
            </a:r>
          </a:p>
        </p:txBody>
      </p:sp>
      <p:sp>
        <p:nvSpPr>
          <p:cNvPr id="19" name="Textplatzhalter 16">
            <a:extLst>
              <a:ext uri="{FF2B5EF4-FFF2-40B4-BE49-F238E27FC236}">
                <a16:creationId xmlns:a16="http://schemas.microsoft.com/office/drawing/2014/main" id="{A20BFD24-7D7B-3531-ADE7-338B8E0150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571" y="3739273"/>
            <a:ext cx="6942609" cy="243143"/>
          </a:xfrm>
          <a:prstGeom prst="rect">
            <a:avLst/>
          </a:prstGeom>
        </p:spPr>
        <p:txBody>
          <a:bodyPr/>
          <a:lstStyle>
            <a:lvl1pPr marL="266700" indent="-266700" rtl="0">
              <a:buFontTx/>
              <a:buBlip>
                <a:blip r:embed="rId7"/>
              </a:buBlip>
              <a:defRPr lang="de-DE" sz="1580" dirty="0">
                <a:latin typeface="+mn-lt"/>
                <a:ea typeface="+mn-ea"/>
                <a:cs typeface="+mn-cs"/>
              </a:defRPr>
            </a:lvl1pPr>
          </a:lstStyle>
          <a:p>
            <a:pPr marL="266700" lvl="0" indent="-266700" rtl="0">
              <a:spcAft>
                <a:spcPts val="600"/>
              </a:spcAft>
              <a:buFontTx/>
              <a:buBlip>
                <a:blip r:embed="rId7"/>
              </a:buBlip>
            </a:pPr>
            <a:r>
              <a:rPr lang="de-DE" dirty="0"/>
              <a:t>Aufzählung</a:t>
            </a:r>
          </a:p>
        </p:txBody>
      </p:sp>
      <p:sp>
        <p:nvSpPr>
          <p:cNvPr id="20" name="Textplatzhalter 16">
            <a:extLst>
              <a:ext uri="{FF2B5EF4-FFF2-40B4-BE49-F238E27FC236}">
                <a16:creationId xmlns:a16="http://schemas.microsoft.com/office/drawing/2014/main" id="{170CDC3B-CB3B-9AAC-3E6F-DA2587708D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571" y="4165597"/>
            <a:ext cx="6942609" cy="243143"/>
          </a:xfrm>
          <a:prstGeom prst="rect">
            <a:avLst/>
          </a:prstGeom>
        </p:spPr>
        <p:txBody>
          <a:bodyPr/>
          <a:lstStyle>
            <a:lvl1pPr marL="266700" indent="-266700" rtl="0">
              <a:buFontTx/>
              <a:buBlip>
                <a:blip r:embed="rId7"/>
              </a:buBlip>
              <a:defRPr lang="de-DE" sz="1580" dirty="0">
                <a:latin typeface="+mn-lt"/>
                <a:ea typeface="+mn-ea"/>
                <a:cs typeface="+mn-cs"/>
              </a:defRPr>
            </a:lvl1pPr>
          </a:lstStyle>
          <a:p>
            <a:pPr marL="266700" lvl="0" indent="-266700" rtl="0">
              <a:spcAft>
                <a:spcPts val="600"/>
              </a:spcAft>
              <a:buFontTx/>
              <a:buBlip>
                <a:blip r:embed="rId7"/>
              </a:buBlip>
            </a:pPr>
            <a:r>
              <a:rPr lang="de-DE" dirty="0"/>
              <a:t>Aufzählung</a:t>
            </a:r>
          </a:p>
        </p:txBody>
      </p:sp>
      <p:sp>
        <p:nvSpPr>
          <p:cNvPr id="21" name="Textplatzhalter 16">
            <a:extLst>
              <a:ext uri="{FF2B5EF4-FFF2-40B4-BE49-F238E27FC236}">
                <a16:creationId xmlns:a16="http://schemas.microsoft.com/office/drawing/2014/main" id="{4680ADD5-BEFD-C372-D442-F832650A72F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200" y="4594079"/>
            <a:ext cx="6942609" cy="243143"/>
          </a:xfrm>
          <a:prstGeom prst="rect">
            <a:avLst/>
          </a:prstGeom>
        </p:spPr>
        <p:txBody>
          <a:bodyPr/>
          <a:lstStyle>
            <a:lvl1pPr marL="266700" indent="-266700" rtl="0">
              <a:buFontTx/>
              <a:buBlip>
                <a:blip r:embed="rId7"/>
              </a:buBlip>
              <a:defRPr lang="de-DE" sz="1580" dirty="0">
                <a:latin typeface="+mn-lt"/>
                <a:ea typeface="+mn-ea"/>
                <a:cs typeface="+mn-cs"/>
              </a:defRPr>
            </a:lvl1pPr>
          </a:lstStyle>
          <a:p>
            <a:pPr marL="266700" lvl="0" indent="-266700" rtl="0">
              <a:spcAft>
                <a:spcPts val="600"/>
              </a:spcAft>
              <a:buFontTx/>
              <a:buBlip>
                <a:blip r:embed="rId7"/>
              </a:buBlip>
            </a:pPr>
            <a:r>
              <a:rPr lang="de-DE" dirty="0"/>
              <a:t>Aufzählung</a:t>
            </a:r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8F70A6F7-353B-3D21-2718-A6DA5142230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23463" y="432000"/>
            <a:ext cx="1933575" cy="517325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3" name="Titel 22">
            <a:extLst>
              <a:ext uri="{FF2B5EF4-FFF2-40B4-BE49-F238E27FC236}">
                <a16:creationId xmlns:a16="http://schemas.microsoft.com/office/drawing/2014/main" id="{46469FFF-0FF4-26A0-1005-D6C0AA371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23" y="623708"/>
            <a:ext cx="6935777" cy="624839"/>
          </a:xfrm>
        </p:spPr>
        <p:txBody>
          <a:bodyPr vert="horz"/>
          <a:lstStyle>
            <a:lvl1pPr rtl="0">
              <a:defRPr>
                <a:solidFill>
                  <a:schemeClr val="accent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26" name="Textplatzhalter 7">
            <a:extLst>
              <a:ext uri="{FF2B5EF4-FFF2-40B4-BE49-F238E27FC236}">
                <a16:creationId xmlns:a16="http://schemas.microsoft.com/office/drawing/2014/main" id="{8454CF53-FA58-D665-EE3A-C238C8EB74E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5460" y="1280297"/>
            <a:ext cx="6935776" cy="258763"/>
          </a:xfrm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9" name="Fußzeilenplatzhalter 15">
            <a:extLst>
              <a:ext uri="{FF2B5EF4-FFF2-40B4-BE49-F238E27FC236}">
                <a16:creationId xmlns:a16="http://schemas.microsoft.com/office/drawing/2014/main" id="{8E1AC6F5-AE87-A671-D797-024A921B5E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30" name="Foliennummernplatzhalter 16">
            <a:extLst>
              <a:ext uri="{FF2B5EF4-FFF2-40B4-BE49-F238E27FC236}">
                <a16:creationId xmlns:a16="http://schemas.microsoft.com/office/drawing/2014/main" id="{C23305A2-08BF-C1EC-A04A-27EE27AFEF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Textplatzhalter 12">
            <a:extLst>
              <a:ext uri="{FF2B5EF4-FFF2-40B4-BE49-F238E27FC236}">
                <a16:creationId xmlns:a16="http://schemas.microsoft.com/office/drawing/2014/main" id="{3B5CC7B7-71FD-E4CC-5DAD-92B9C79DB59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6076" y="6308725"/>
            <a:ext cx="6941878" cy="252413"/>
          </a:xfrm>
        </p:spPr>
        <p:txBody>
          <a:bodyPr anchor="ctr"/>
          <a:lstStyle>
            <a:lvl1pPr marL="0" indent="0" rtl="0">
              <a:spcAft>
                <a:spcPts val="0"/>
              </a:spcAft>
              <a:buNone/>
              <a:defRPr sz="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25153557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+ Aufzählung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CD10A994-2D4C-C8F3-6982-FFBC018935A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925707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10A994-2D4C-C8F3-6982-FFBC018935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Bildplatzhalter">
            <a:extLst>
              <a:ext uri="{FF2B5EF4-FFF2-40B4-BE49-F238E27FC236}">
                <a16:creationId xmlns:a16="http://schemas.microsoft.com/office/drawing/2014/main" id="{D627C073-3AC9-4758-F7D1-9BF94962ED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20800" y="0"/>
            <a:ext cx="4471200" cy="4114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/>
            </a:lvl1pPr>
          </a:lstStyle>
          <a:p>
            <a:endParaRPr lang="de-AT"/>
          </a:p>
        </p:txBody>
      </p:sp>
      <p:sp>
        <p:nvSpPr>
          <p:cNvPr id="10" name="Balken">
            <a:extLst>
              <a:ext uri="{FF2B5EF4-FFF2-40B4-BE49-F238E27FC236}">
                <a16:creationId xmlns:a16="http://schemas.microsoft.com/office/drawing/2014/main" id="{BA1181D0-ACA7-6E78-09B6-B1ABF137394F}"/>
              </a:ext>
            </a:extLst>
          </p:cNvPr>
          <p:cNvSpPr/>
          <p:nvPr userDrawn="1"/>
        </p:nvSpPr>
        <p:spPr>
          <a:xfrm>
            <a:off x="7721785" y="4025850"/>
            <a:ext cx="4470215" cy="2832150"/>
          </a:xfrm>
          <a:custGeom>
            <a:avLst/>
            <a:gdLst/>
            <a:ahLst/>
            <a:cxnLst/>
            <a:rect l="l" t="t" r="r" b="b"/>
            <a:pathLst>
              <a:path w="7371715" h="4670425">
                <a:moveTo>
                  <a:pt x="7371503" y="0"/>
                </a:moveTo>
                <a:lnTo>
                  <a:pt x="0" y="0"/>
                </a:lnTo>
                <a:lnTo>
                  <a:pt x="0" y="4670014"/>
                </a:lnTo>
                <a:lnTo>
                  <a:pt x="7371503" y="4670014"/>
                </a:lnTo>
                <a:lnTo>
                  <a:pt x="7371503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3562F5E-AE77-A887-38FC-AB47CD952F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3571" y="5360400"/>
            <a:ext cx="6941878" cy="639214"/>
          </a:xfrm>
          <a:prstGeom prst="rect">
            <a:avLst/>
          </a:prstGeom>
        </p:spPr>
        <p:txBody>
          <a:bodyPr/>
          <a:lstStyle>
            <a:lvl1pPr marL="0" indent="0" rtl="0">
              <a:spcAft>
                <a:spcPts val="200"/>
              </a:spcAft>
              <a:buFont typeface="Arial" panose="020B0604020202020204" pitchFamily="34" charset="0"/>
              <a:buNone/>
              <a:defRPr sz="2490" b="1" spc="-10" baseline="0">
                <a:solidFill>
                  <a:schemeClr val="accent2"/>
                </a:solidFill>
              </a:defRPr>
            </a:lvl1pPr>
            <a:lvl2pPr marL="0" algn="l" rtl="0">
              <a:lnSpc>
                <a:spcPct val="101000"/>
              </a:lnSpc>
              <a:defRPr sz="1580" spc="-20" baseline="0"/>
            </a:lvl2pPr>
          </a:lstStyle>
          <a:p>
            <a:pPr lvl="0"/>
            <a:r>
              <a:rPr lang="de-DE" dirty="0"/>
              <a:t>Erste + zweite Ebene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073B9922-6D27-6ECB-07DF-FBBC7F3CAD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1323" y="2884465"/>
            <a:ext cx="6935518" cy="2285412"/>
          </a:xfrm>
          <a:prstGeom prst="rect">
            <a:avLst/>
          </a:prstGeom>
        </p:spPr>
        <p:txBody>
          <a:bodyPr/>
          <a:lstStyle>
            <a:lvl1pPr marL="285750" indent="-285750" rtl="0">
              <a:buFontTx/>
              <a:buBlip>
                <a:blip r:embed="rId5"/>
              </a:buBlip>
              <a:defRPr sz="1580">
                <a:latin typeface="+mn-lt"/>
              </a:defRPr>
            </a:lvl1pPr>
          </a:lstStyle>
          <a:p>
            <a:pPr lvl="0"/>
            <a:r>
              <a:rPr lang="de-DE" dirty="0"/>
              <a:t>Aufzählung</a:t>
            </a:r>
          </a:p>
        </p:txBody>
      </p: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331EF84D-E8FB-1A69-830C-F61D0D829D8E}"/>
              </a:ext>
            </a:extLst>
          </p:cNvPr>
          <p:cNvCxnSpPr>
            <a:cxnSpLocks/>
          </p:cNvCxnSpPr>
          <p:nvPr userDrawn="1"/>
        </p:nvCxnSpPr>
        <p:spPr>
          <a:xfrm>
            <a:off x="333483" y="2757268"/>
            <a:ext cx="694335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FDA8A0F0-5FAA-704B-B745-D7E2467286A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23463" y="432000"/>
            <a:ext cx="1933575" cy="517325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" name="Textplatzhalter 1">
            <a:extLst>
              <a:ext uri="{FF2B5EF4-FFF2-40B4-BE49-F238E27FC236}">
                <a16:creationId xmlns:a16="http://schemas.microsoft.com/office/drawing/2014/main" id="{4F3FC3E3-C25B-3392-20E4-FD545A914F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963" y="360000"/>
            <a:ext cx="6941878" cy="266227"/>
          </a:xfrm>
          <a:prstGeom prst="rect">
            <a:avLst/>
          </a:prstGeom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 sz="1600" b="0" spc="-40" baseline="0">
                <a:solidFill>
                  <a:schemeClr val="accent2"/>
                </a:solidFill>
              </a:defRPr>
            </a:lvl1pPr>
            <a:lvl2pPr>
              <a:defRPr sz="1730"/>
            </a:lvl2pPr>
            <a:lvl3pPr>
              <a:defRPr sz="1730"/>
            </a:lvl3pPr>
            <a:lvl4pPr>
              <a:defRPr sz="1730"/>
            </a:lvl4pPr>
            <a:lvl5pPr>
              <a:defRPr sz="1730"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Titel 22">
            <a:extLst>
              <a:ext uri="{FF2B5EF4-FFF2-40B4-BE49-F238E27FC236}">
                <a16:creationId xmlns:a16="http://schemas.microsoft.com/office/drawing/2014/main" id="{2B81CB53-250D-7F78-32F5-1964F2D7F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23" y="623708"/>
            <a:ext cx="6935777" cy="624839"/>
          </a:xfrm>
        </p:spPr>
        <p:txBody>
          <a:bodyPr vert="horz"/>
          <a:lstStyle>
            <a:lvl1pPr rtl="0">
              <a:defRPr>
                <a:solidFill>
                  <a:schemeClr val="accent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A3FE0B9-0FA5-EB51-AF08-FBC75323475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5460" y="1280297"/>
            <a:ext cx="6935776" cy="258763"/>
          </a:xfrm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D70867E9-1942-CD47-5993-5DEA0DE460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46800" y="5067584"/>
            <a:ext cx="3710238" cy="1241141"/>
          </a:xfrm>
          <a:prstGeom prst="rect">
            <a:avLst/>
          </a:prstGeom>
        </p:spPr>
        <p:txBody>
          <a:bodyPr/>
          <a:lstStyle>
            <a:lvl1pPr marL="0" indent="0" rtl="0">
              <a:lnSpc>
                <a:spcPct val="101000"/>
              </a:lnSpc>
              <a:buFont typeface="Arial" panose="020B0604020202020204" pitchFamily="34" charset="0"/>
              <a:buNone/>
              <a:defRPr sz="1580" spc="-20" baseline="0">
                <a:solidFill>
                  <a:schemeClr val="bg1"/>
                </a:solidFill>
              </a:defRPr>
            </a:lvl1pPr>
            <a:lvl2pPr marL="0" indent="0" rtl="0">
              <a:buNone/>
              <a:defRPr sz="1580"/>
            </a:lvl2pPr>
            <a:lvl3pPr>
              <a:defRPr sz="1580"/>
            </a:lvl3pPr>
            <a:lvl4pPr>
              <a:defRPr sz="1580"/>
            </a:lvl4pPr>
            <a:lvl5pPr>
              <a:defRPr sz="158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endParaRPr lang="de-DE" dirty="0"/>
          </a:p>
        </p:txBody>
      </p:sp>
      <p:pic>
        <p:nvPicPr>
          <p:cNvPr id="18" name="Icon">
            <a:extLst>
              <a:ext uri="{FF2B5EF4-FFF2-40B4-BE49-F238E27FC236}">
                <a16:creationId xmlns:a16="http://schemas.microsoft.com/office/drawing/2014/main" id="{EEE368E7-96BD-C14F-9592-759C2F176BD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21400" y="4240994"/>
            <a:ext cx="648000" cy="648000"/>
          </a:xfrm>
          <a:prstGeom prst="rect">
            <a:avLst/>
          </a:prstGeom>
        </p:spPr>
      </p:pic>
      <p:sp>
        <p:nvSpPr>
          <p:cNvPr id="19" name="Fußzeilenplatzhalter 15">
            <a:extLst>
              <a:ext uri="{FF2B5EF4-FFF2-40B4-BE49-F238E27FC236}">
                <a16:creationId xmlns:a16="http://schemas.microsoft.com/office/drawing/2014/main" id="{3ADBB392-ED41-B6D6-DCF2-01C87A316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20" name="Foliennummernplatzhalter 16">
            <a:extLst>
              <a:ext uri="{FF2B5EF4-FFF2-40B4-BE49-F238E27FC236}">
                <a16:creationId xmlns:a16="http://schemas.microsoft.com/office/drawing/2014/main" id="{5DD7DE48-8E58-C9DD-75F1-CE7DA9473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Textplatzhalter 12">
            <a:extLst>
              <a:ext uri="{FF2B5EF4-FFF2-40B4-BE49-F238E27FC236}">
                <a16:creationId xmlns:a16="http://schemas.microsoft.com/office/drawing/2014/main" id="{6C5E7D2E-0364-8905-C646-555171208B5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6076" y="6308725"/>
            <a:ext cx="6941878" cy="252413"/>
          </a:xfrm>
        </p:spPr>
        <p:txBody>
          <a:bodyPr anchor="ctr"/>
          <a:lstStyle>
            <a:lvl1pPr marL="0" indent="0" rtl="0">
              <a:spcAft>
                <a:spcPts val="0"/>
              </a:spcAft>
              <a:buNone/>
              <a:defRPr sz="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11677929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C7C630D-C2F7-05BB-E6B7-A07F645CBC6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530929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C7C630D-C2F7-05BB-E6B7-A07F645CBC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feil">
            <a:extLst>
              <a:ext uri="{FF2B5EF4-FFF2-40B4-BE49-F238E27FC236}">
                <a16:creationId xmlns:a16="http://schemas.microsoft.com/office/drawing/2014/main" id="{2ED0F357-3ADA-8971-A55B-5D1D35CE9A3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279571" y="5952315"/>
            <a:ext cx="360000" cy="360000"/>
          </a:xfrm>
          <a:prstGeom prst="rect">
            <a:avLst/>
          </a:prstGeom>
        </p:spPr>
      </p:pic>
      <p:sp>
        <p:nvSpPr>
          <p:cNvPr id="18" name="Textplatzhalter 3">
            <a:extLst>
              <a:ext uri="{FF2B5EF4-FFF2-40B4-BE49-F238E27FC236}">
                <a16:creationId xmlns:a16="http://schemas.microsoft.com/office/drawing/2014/main" id="{F9DE597E-2CD6-6F67-8EC8-7D7F81D1877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3241" y="5327248"/>
            <a:ext cx="3710936" cy="981477"/>
          </a:xfrm>
          <a:prstGeom prst="rect">
            <a:avLst/>
          </a:prstGeom>
        </p:spPr>
        <p:txBody>
          <a:bodyPr anchor="b"/>
          <a:lstStyle>
            <a:lvl1pPr marL="0" indent="0" algn="r" rtl="0">
              <a:spcAft>
                <a:spcPts val="300"/>
              </a:spcAft>
              <a:buFont typeface="Arial" panose="020B0604020202020204" pitchFamily="34" charset="0"/>
              <a:buNone/>
              <a:defRPr sz="2490" b="0" spc="-30" baseline="0">
                <a:solidFill>
                  <a:schemeClr val="bg2"/>
                </a:solidFill>
                <a:latin typeface="+mn-lt"/>
              </a:defRPr>
            </a:lvl1pPr>
            <a:lvl2pPr marL="0" algn="l">
              <a:defRPr sz="2300">
                <a:solidFill>
                  <a:schemeClr val="bg2"/>
                </a:solidFill>
                <a:latin typeface="+mn-lt"/>
              </a:defRPr>
            </a:lvl2pPr>
            <a:lvl3pPr marL="0" algn="ctr">
              <a:defRPr>
                <a:solidFill>
                  <a:schemeClr val="bg2"/>
                </a:solidFill>
                <a:latin typeface="+mn-lt"/>
              </a:defRPr>
            </a:lvl3pPr>
            <a:lvl4pPr marL="0" algn="ctr">
              <a:defRPr>
                <a:solidFill>
                  <a:schemeClr val="bg2"/>
                </a:solidFill>
                <a:latin typeface="+mn-lt"/>
              </a:defRPr>
            </a:lvl4pPr>
            <a:lvl5pPr marL="0" algn="ctr">
              <a:defRPr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de-DE" dirty="0"/>
              <a:t>Text bearbeiten</a:t>
            </a:r>
          </a:p>
        </p:txBody>
      </p:sp>
      <p:sp>
        <p:nvSpPr>
          <p:cNvPr id="21" name="Bildplatzhalter">
            <a:extLst>
              <a:ext uri="{FF2B5EF4-FFF2-40B4-BE49-F238E27FC236}">
                <a16:creationId xmlns:a16="http://schemas.microsoft.com/office/drawing/2014/main" id="{DEC3CB97-49DF-D774-4093-CAAB5FBC87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733673" y="4180114"/>
            <a:ext cx="2128611" cy="2128611"/>
          </a:xfrm>
          <a:prstGeom prst="rect">
            <a:avLst/>
          </a:prstGeom>
          <a:solidFill>
            <a:schemeClr val="bg1"/>
          </a:solidFill>
        </p:spPr>
        <p:txBody>
          <a:bodyPr anchor="ctr" anchorCtr="0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QR </a:t>
            </a:r>
            <a:br>
              <a:rPr lang="de-DE"/>
            </a:br>
            <a:r>
              <a:rPr lang="de-DE"/>
              <a:t>Platzh.</a:t>
            </a:r>
            <a:endParaRPr lang="de-DE" dirty="0"/>
          </a:p>
        </p:txBody>
      </p:sp>
      <p:sp>
        <p:nvSpPr>
          <p:cNvPr id="2" name="Bubble">
            <a:extLst>
              <a:ext uri="{FF2B5EF4-FFF2-40B4-BE49-F238E27FC236}">
                <a16:creationId xmlns:a16="http://schemas.microsoft.com/office/drawing/2014/main" id="{DB9D6CC1-ACCF-2721-68B1-5CB21D8424B5}"/>
              </a:ext>
            </a:extLst>
          </p:cNvPr>
          <p:cNvSpPr/>
          <p:nvPr userDrawn="1"/>
        </p:nvSpPr>
        <p:spPr>
          <a:xfrm>
            <a:off x="749660" y="2627436"/>
            <a:ext cx="3542979" cy="3542979"/>
          </a:xfrm>
          <a:prstGeom prst="ellipse">
            <a:avLst/>
          </a:prstGeom>
          <a:solidFill>
            <a:schemeClr val="tx1"/>
          </a:solidFill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3" name="Linie">
            <a:extLst>
              <a:ext uri="{FF2B5EF4-FFF2-40B4-BE49-F238E27FC236}">
                <a16:creationId xmlns:a16="http://schemas.microsoft.com/office/drawing/2014/main" id="{F941812D-E034-14C0-3F80-2596F6D0EEDC}"/>
              </a:ext>
            </a:extLst>
          </p:cNvPr>
          <p:cNvSpPr/>
          <p:nvPr userDrawn="1"/>
        </p:nvSpPr>
        <p:spPr>
          <a:xfrm>
            <a:off x="1192213" y="4398925"/>
            <a:ext cx="2657331" cy="0"/>
          </a:xfrm>
          <a:custGeom>
            <a:avLst/>
            <a:gdLst/>
            <a:ahLst/>
            <a:cxnLst/>
            <a:rect l="l" t="t" r="r" b="b"/>
            <a:pathLst>
              <a:path w="4382134">
                <a:moveTo>
                  <a:pt x="0" y="0"/>
                </a:moveTo>
                <a:lnTo>
                  <a:pt x="4381761" y="0"/>
                </a:lnTo>
              </a:path>
            </a:pathLst>
          </a:custGeom>
          <a:ln w="2286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C2AD43DA-7D6B-DF07-4260-6D12DF1CB6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07307" y="4559292"/>
            <a:ext cx="2627143" cy="1083374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 rtl="0">
              <a:spcAft>
                <a:spcPts val="300"/>
              </a:spcAft>
              <a:buFont typeface="Arial" panose="020B0604020202020204" pitchFamily="34" charset="0"/>
              <a:buNone/>
              <a:defRPr sz="3520" b="1">
                <a:solidFill>
                  <a:schemeClr val="bg2"/>
                </a:solidFill>
                <a:latin typeface="+mn-lt"/>
              </a:defRPr>
            </a:lvl1pPr>
            <a:lvl2pPr marL="0" algn="ctr">
              <a:defRPr sz="2300">
                <a:solidFill>
                  <a:schemeClr val="bg2"/>
                </a:solidFill>
                <a:latin typeface="+mn-lt"/>
              </a:defRPr>
            </a:lvl2pPr>
            <a:lvl3pPr marL="0" algn="ctr">
              <a:defRPr>
                <a:solidFill>
                  <a:schemeClr val="bg2"/>
                </a:solidFill>
                <a:latin typeface="+mn-lt"/>
              </a:defRPr>
            </a:lvl3pPr>
            <a:lvl4pPr marL="0" algn="ctr">
              <a:defRPr>
                <a:solidFill>
                  <a:schemeClr val="bg2"/>
                </a:solidFill>
                <a:latin typeface="+mn-lt"/>
              </a:defRPr>
            </a:lvl4pPr>
            <a:lvl5pPr marL="0" algn="ctr">
              <a:defRPr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40BACC8E-45D6-56A3-BA60-F9A0B847B8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7307" y="3155185"/>
            <a:ext cx="2627143" cy="1083374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 rtl="0">
              <a:spcAft>
                <a:spcPts val="300"/>
              </a:spcAft>
              <a:buFont typeface="Arial" panose="020B0604020202020204" pitchFamily="34" charset="0"/>
              <a:buNone/>
              <a:defRPr sz="3520" b="1">
                <a:solidFill>
                  <a:schemeClr val="bg2"/>
                </a:solidFill>
                <a:latin typeface="+mn-lt"/>
              </a:defRPr>
            </a:lvl1pPr>
            <a:lvl2pPr marL="0" algn="ctr">
              <a:defRPr sz="2300">
                <a:solidFill>
                  <a:schemeClr val="bg2"/>
                </a:solidFill>
                <a:latin typeface="+mn-lt"/>
              </a:defRPr>
            </a:lvl2pPr>
            <a:lvl3pPr marL="0" algn="ctr">
              <a:defRPr>
                <a:solidFill>
                  <a:schemeClr val="bg2"/>
                </a:solidFill>
                <a:latin typeface="+mn-lt"/>
              </a:defRPr>
            </a:lvl3pPr>
            <a:lvl4pPr marL="0" algn="ctr">
              <a:defRPr>
                <a:solidFill>
                  <a:schemeClr val="bg2"/>
                </a:solidFill>
                <a:latin typeface="+mn-lt"/>
              </a:defRPr>
            </a:lvl4pPr>
            <a:lvl5pPr marL="0" algn="ctr">
              <a:defRPr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3871F6E5-C329-DC60-D16E-21828771E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450027"/>
            <a:ext cx="7742237" cy="1813694"/>
          </a:xfrm>
        </p:spPr>
        <p:txBody>
          <a:bodyPr vert="horz" anchor="t">
            <a:noAutofit/>
          </a:bodyPr>
          <a:lstStyle>
            <a:lvl1pPr rtl="0">
              <a:lnSpc>
                <a:spcPct val="80000"/>
              </a:lnSpc>
              <a:defRPr sz="7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pic>
        <p:nvPicPr>
          <p:cNvPr id="15" name="Logo FHOOE">
            <a:extLst>
              <a:ext uri="{FF2B5EF4-FFF2-40B4-BE49-F238E27FC236}">
                <a16:creationId xmlns:a16="http://schemas.microsoft.com/office/drawing/2014/main" id="{E1B64286-F9E3-7927-F90D-655BF590E00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8514966" y="375397"/>
            <a:ext cx="3340800" cy="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83661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folie - 1 Per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C7C630D-C2F7-05BB-E6B7-A07F645CBC6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72592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C7C630D-C2F7-05BB-E6B7-A07F645CBC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C5325622-8133-C0C8-DED5-18CF589973AD}"/>
              </a:ext>
            </a:extLst>
          </p:cNvPr>
          <p:cNvSpPr/>
          <p:nvPr userDrawn="1"/>
        </p:nvSpPr>
        <p:spPr>
          <a:xfrm>
            <a:off x="0" y="0"/>
            <a:ext cx="8298756" cy="25203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00" dirty="0" err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3871F6E5-C329-DC60-D16E-21828771E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450027"/>
            <a:ext cx="7742237" cy="1813694"/>
          </a:xfrm>
        </p:spPr>
        <p:txBody>
          <a:bodyPr vert="horz" anchor="ctr">
            <a:noAutofit/>
          </a:bodyPr>
          <a:lstStyle>
            <a:lvl1pPr rtl="0">
              <a:lnSpc>
                <a:spcPct val="80000"/>
              </a:lnSpc>
              <a:defRPr sz="7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64C313AA-5F82-8336-0FE2-224F57DF28C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38913" y="3656862"/>
            <a:ext cx="1029878" cy="1029879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4461FB7C-A42C-9ED6-B8FC-FB70A482B5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48026" y="4794305"/>
            <a:ext cx="4076701" cy="298450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14" name="Textplatzhalter 12">
            <a:extLst>
              <a:ext uri="{FF2B5EF4-FFF2-40B4-BE49-F238E27FC236}">
                <a16:creationId xmlns:a16="http://schemas.microsoft.com/office/drawing/2014/main" id="{EB8A33C1-3C0E-E810-AED0-087AC0E8106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026" y="5189064"/>
            <a:ext cx="4076701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Position</a:t>
            </a:r>
          </a:p>
        </p:txBody>
      </p:sp>
      <p:sp>
        <p:nvSpPr>
          <p:cNvPr id="16" name="Textplatzhalter 12">
            <a:extLst>
              <a:ext uri="{FF2B5EF4-FFF2-40B4-BE49-F238E27FC236}">
                <a16:creationId xmlns:a16="http://schemas.microsoft.com/office/drawing/2014/main" id="{B484400D-1338-EFEA-9A62-B96F38A86A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44890" y="5983244"/>
            <a:ext cx="3779837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Email Adresse</a:t>
            </a:r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F5A385C0-8056-1514-654A-ADF5219B2A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44890" y="5595077"/>
            <a:ext cx="3779837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Telefonnummer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D435A1A5-4E88-BA69-9810-9B28620F1CDE}"/>
              </a:ext>
            </a:extLst>
          </p:cNvPr>
          <p:cNvSpPr txBox="1"/>
          <p:nvPr userDrawn="1"/>
        </p:nvSpPr>
        <p:spPr>
          <a:xfrm>
            <a:off x="341313" y="3612572"/>
            <a:ext cx="6197600" cy="24314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de-DE" sz="2000" b="1" i="0" dirty="0">
                <a:solidFill>
                  <a:schemeClr val="tx1"/>
                </a:solidFill>
                <a:effectLst/>
                <a:latin typeface="+mn-lt"/>
              </a:rPr>
              <a:t>FH Oberösterreich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University </a:t>
            </a:r>
            <a:r>
              <a:rPr lang="de-DE" sz="2000" b="0" i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 Applied Sciences Upper Austria</a:t>
            </a:r>
            <a:br>
              <a:rPr lang="de-DE" dirty="0">
                <a:solidFill>
                  <a:schemeClr val="tx1"/>
                </a:solidFill>
                <a:latin typeface="+mn-lt"/>
              </a:rPr>
            </a:br>
            <a:br>
              <a:rPr lang="de-DE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 err="1">
                <a:solidFill>
                  <a:schemeClr val="tx1"/>
                </a:solidFill>
                <a:effectLst/>
                <a:latin typeface="+mn-lt"/>
              </a:rPr>
              <a:t>Roseggerstraße</a:t>
            </a: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 15, 4600 Wels, Austria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T +43 5 0804 10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F +43 5 0804 11900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E </a:t>
            </a:r>
            <a:r>
              <a:rPr lang="de-DE" sz="2000" b="0" i="0" u="sng" dirty="0">
                <a:solidFill>
                  <a:schemeClr val="tx1"/>
                </a:solidFill>
                <a:effectLst/>
                <a:latin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info@fh-ooe.at</a:t>
            </a:r>
            <a:endParaRPr lang="de-DE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CBE447FF-CD8F-7C19-BA37-A5DCDEECBAFF}"/>
              </a:ext>
            </a:extLst>
          </p:cNvPr>
          <p:cNvSpPr txBox="1"/>
          <p:nvPr userDrawn="1"/>
        </p:nvSpPr>
        <p:spPr>
          <a:xfrm>
            <a:off x="6548026" y="5590414"/>
            <a:ext cx="239714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de-DE" sz="2000" dirty="0">
                <a:solidFill>
                  <a:schemeClr val="tx1"/>
                </a:solidFill>
                <a:latin typeface="+mn-lt"/>
              </a:rPr>
              <a:t>T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7D52B193-19AE-0408-BE62-A364FB52D61F}"/>
              </a:ext>
            </a:extLst>
          </p:cNvPr>
          <p:cNvSpPr txBox="1"/>
          <p:nvPr userDrawn="1"/>
        </p:nvSpPr>
        <p:spPr>
          <a:xfrm>
            <a:off x="6548026" y="5978581"/>
            <a:ext cx="239714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de-DE" sz="2000" dirty="0">
                <a:solidFill>
                  <a:schemeClr val="tx1"/>
                </a:solidFill>
                <a:latin typeface="+mn-lt"/>
              </a:rPr>
              <a:t>E</a:t>
            </a:r>
          </a:p>
        </p:txBody>
      </p:sp>
      <p:pic>
        <p:nvPicPr>
          <p:cNvPr id="2" name="Grafik 1" descr="Ein Bild, das Text, Schrift, Symbol, Logo enthält.&#10;&#10;Automatisch generierte Beschreibung">
            <a:extLst>
              <a:ext uri="{FF2B5EF4-FFF2-40B4-BE49-F238E27FC236}">
                <a16:creationId xmlns:a16="http://schemas.microsoft.com/office/drawing/2014/main" id="{C908CD02-D79F-21A1-57AA-4D3141C0F59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4348" y="352696"/>
            <a:ext cx="3342690" cy="102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6622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folie - 2 Person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C7C630D-C2F7-05BB-E6B7-A07F645CBC6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05417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C7C630D-C2F7-05BB-E6B7-A07F645CBC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hteck 20">
            <a:extLst>
              <a:ext uri="{FF2B5EF4-FFF2-40B4-BE49-F238E27FC236}">
                <a16:creationId xmlns:a16="http://schemas.microsoft.com/office/drawing/2014/main" id="{6856D632-4945-06BE-77A5-51EBBDA5A4E8}"/>
              </a:ext>
            </a:extLst>
          </p:cNvPr>
          <p:cNvSpPr/>
          <p:nvPr userDrawn="1"/>
        </p:nvSpPr>
        <p:spPr>
          <a:xfrm>
            <a:off x="0" y="0"/>
            <a:ext cx="8298756" cy="25203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00" dirty="0" err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3871F6E5-C329-DC60-D16E-21828771E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450027"/>
            <a:ext cx="7742237" cy="1813694"/>
          </a:xfrm>
        </p:spPr>
        <p:txBody>
          <a:bodyPr vert="horz" anchor="ctr">
            <a:noAutofit/>
          </a:bodyPr>
          <a:lstStyle>
            <a:lvl1pPr rtl="0">
              <a:lnSpc>
                <a:spcPct val="80000"/>
              </a:lnSpc>
              <a:defRPr sz="7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64C313AA-5F82-8336-0FE2-224F57DF28C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41148" y="3306187"/>
            <a:ext cx="1029878" cy="1029879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4461FB7C-A42C-9ED6-B8FC-FB70A482B5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67765" y="4443630"/>
            <a:ext cx="3649463" cy="298450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14" name="Textplatzhalter 12">
            <a:extLst>
              <a:ext uri="{FF2B5EF4-FFF2-40B4-BE49-F238E27FC236}">
                <a16:creationId xmlns:a16="http://schemas.microsoft.com/office/drawing/2014/main" id="{EB8A33C1-3C0E-E810-AED0-087AC0E8106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67765" y="4838389"/>
            <a:ext cx="3649463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Position</a:t>
            </a:r>
          </a:p>
        </p:txBody>
      </p:sp>
      <p:sp>
        <p:nvSpPr>
          <p:cNvPr id="16" name="Textplatzhalter 12">
            <a:extLst>
              <a:ext uri="{FF2B5EF4-FFF2-40B4-BE49-F238E27FC236}">
                <a16:creationId xmlns:a16="http://schemas.microsoft.com/office/drawing/2014/main" id="{B484400D-1338-EFEA-9A62-B96F38A86A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47125" y="5632569"/>
            <a:ext cx="3370103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Email Adresse</a:t>
            </a:r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F5A385C0-8056-1514-654A-ADF5219B2A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7125" y="5244402"/>
            <a:ext cx="3370103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Telefonnummer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D435A1A5-4E88-BA69-9810-9B28620F1CDE}"/>
              </a:ext>
            </a:extLst>
          </p:cNvPr>
          <p:cNvSpPr txBox="1"/>
          <p:nvPr userDrawn="1"/>
        </p:nvSpPr>
        <p:spPr>
          <a:xfrm>
            <a:off x="341313" y="3261737"/>
            <a:ext cx="2846387" cy="30469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de-DE" sz="2000" b="1" i="0" dirty="0">
                <a:solidFill>
                  <a:schemeClr val="tx1"/>
                </a:solidFill>
                <a:effectLst/>
                <a:latin typeface="+mn-lt"/>
              </a:rPr>
              <a:t>FH Oberösterreich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University </a:t>
            </a:r>
            <a:r>
              <a:rPr lang="de-DE" sz="2000" b="0" i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 Applied Sciences Upper Austria</a:t>
            </a:r>
            <a:br>
              <a:rPr lang="de-DE" dirty="0">
                <a:solidFill>
                  <a:schemeClr val="tx1"/>
                </a:solidFill>
                <a:latin typeface="+mn-lt"/>
              </a:rPr>
            </a:br>
            <a:br>
              <a:rPr lang="de-DE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 err="1">
                <a:solidFill>
                  <a:schemeClr val="tx1"/>
                </a:solidFill>
                <a:effectLst/>
                <a:latin typeface="+mn-lt"/>
              </a:rPr>
              <a:t>Roseggerstraße</a:t>
            </a: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 15, 4600 Wels, Austria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T +43 5 0804 10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F +43 5 0804 11900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E </a:t>
            </a:r>
            <a:r>
              <a:rPr lang="de-DE" sz="2000" b="0" i="0" u="sng" dirty="0">
                <a:solidFill>
                  <a:schemeClr val="tx1"/>
                </a:solidFill>
                <a:effectLst/>
                <a:latin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info@fh-ooe.at</a:t>
            </a:r>
            <a:endParaRPr lang="de-DE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CBE447FF-CD8F-7C19-BA37-A5DCDEECBAFF}"/>
              </a:ext>
            </a:extLst>
          </p:cNvPr>
          <p:cNvSpPr txBox="1"/>
          <p:nvPr userDrawn="1"/>
        </p:nvSpPr>
        <p:spPr>
          <a:xfrm>
            <a:off x="3750261" y="5239739"/>
            <a:ext cx="239714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de-DE" sz="2000" dirty="0">
                <a:solidFill>
                  <a:schemeClr val="tx1"/>
                </a:solidFill>
                <a:latin typeface="+mn-lt"/>
              </a:rPr>
              <a:t>T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7D52B193-19AE-0408-BE62-A364FB52D61F}"/>
              </a:ext>
            </a:extLst>
          </p:cNvPr>
          <p:cNvSpPr txBox="1"/>
          <p:nvPr userDrawn="1"/>
        </p:nvSpPr>
        <p:spPr>
          <a:xfrm>
            <a:off x="3750261" y="5627906"/>
            <a:ext cx="239714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de-DE" sz="2000" dirty="0">
                <a:solidFill>
                  <a:schemeClr val="tx1"/>
                </a:solidFill>
                <a:latin typeface="+mn-lt"/>
              </a:rPr>
              <a:t>E</a:t>
            </a:r>
          </a:p>
        </p:txBody>
      </p:sp>
      <p:sp>
        <p:nvSpPr>
          <p:cNvPr id="2" name="Bildplatzhalter 9">
            <a:extLst>
              <a:ext uri="{FF2B5EF4-FFF2-40B4-BE49-F238E27FC236}">
                <a16:creationId xmlns:a16="http://schemas.microsoft.com/office/drawing/2014/main" id="{52B9AEB2-2B74-010B-5062-94D89EA4220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00027" y="3306187"/>
            <a:ext cx="1029878" cy="1029879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" name="Textplatzhalter 12">
            <a:extLst>
              <a:ext uri="{FF2B5EF4-FFF2-40B4-BE49-F238E27FC236}">
                <a16:creationId xmlns:a16="http://schemas.microsoft.com/office/drawing/2014/main" id="{E2E1F07C-C824-4E3F-6BA5-4ADF2D25AB3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09141" y="4443630"/>
            <a:ext cx="3685958" cy="298450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4" name="Textplatzhalter 12">
            <a:extLst>
              <a:ext uri="{FF2B5EF4-FFF2-40B4-BE49-F238E27FC236}">
                <a16:creationId xmlns:a16="http://schemas.microsoft.com/office/drawing/2014/main" id="{A3C2CEA0-EAC3-9DCF-C0DD-C5A6DA6D4C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09141" y="4838389"/>
            <a:ext cx="3685958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Position</a:t>
            </a:r>
          </a:p>
        </p:txBody>
      </p:sp>
      <p:sp>
        <p:nvSpPr>
          <p:cNvPr id="5" name="Textplatzhalter 12">
            <a:extLst>
              <a:ext uri="{FF2B5EF4-FFF2-40B4-BE49-F238E27FC236}">
                <a16:creationId xmlns:a16="http://schemas.microsoft.com/office/drawing/2014/main" id="{9D2AFBEF-B44B-9A0F-0A10-6DC8E68FD5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06004" y="5632569"/>
            <a:ext cx="3389095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Email Adresse</a:t>
            </a:r>
          </a:p>
        </p:txBody>
      </p: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C9BCB491-BE82-2178-C2DA-30BCB021C99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06004" y="5244402"/>
            <a:ext cx="3389095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Telefonnummer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C15282D-6F51-F434-584B-8E3D6ABA2B25}"/>
              </a:ext>
            </a:extLst>
          </p:cNvPr>
          <p:cNvSpPr txBox="1"/>
          <p:nvPr userDrawn="1"/>
        </p:nvSpPr>
        <p:spPr>
          <a:xfrm>
            <a:off x="8009140" y="5239739"/>
            <a:ext cx="239714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de-DE" sz="2000" dirty="0">
                <a:solidFill>
                  <a:schemeClr val="tx1"/>
                </a:solidFill>
                <a:latin typeface="+mn-lt"/>
              </a:rPr>
              <a:t>T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CAD356A-F9E8-D3DA-E529-60EB6C0C1540}"/>
              </a:ext>
            </a:extLst>
          </p:cNvPr>
          <p:cNvSpPr txBox="1"/>
          <p:nvPr userDrawn="1"/>
        </p:nvSpPr>
        <p:spPr>
          <a:xfrm>
            <a:off x="8009140" y="5627906"/>
            <a:ext cx="239714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de-DE" sz="2000" dirty="0">
                <a:solidFill>
                  <a:schemeClr val="tx1"/>
                </a:solidFill>
                <a:latin typeface="+mn-lt"/>
              </a:rPr>
              <a:t>E</a:t>
            </a:r>
          </a:p>
        </p:txBody>
      </p:sp>
      <p:pic>
        <p:nvPicPr>
          <p:cNvPr id="12" name="Grafik 11" descr="Ein Bild, das Text, Schrift, Symbol, Logo enthält.&#10;&#10;Automatisch generierte Beschreibung">
            <a:extLst>
              <a:ext uri="{FF2B5EF4-FFF2-40B4-BE49-F238E27FC236}">
                <a16:creationId xmlns:a16="http://schemas.microsoft.com/office/drawing/2014/main" id="{6FCAD812-3710-DB28-A228-7B351ED6A8B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4348" y="352696"/>
            <a:ext cx="3342690" cy="102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490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FC92DB6-3BCF-F8C7-8941-551D301C0C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7312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FC92DB6-3BCF-F8C7-8941-551D301C0C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platzhalter 7">
            <a:extLst>
              <a:ext uri="{FF2B5EF4-FFF2-40B4-BE49-F238E27FC236}">
                <a16:creationId xmlns:a16="http://schemas.microsoft.com/office/drawing/2014/main" id="{F9C532F2-42E9-A916-FFA6-31EE57BC5E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962" y="2215610"/>
            <a:ext cx="11522075" cy="3305175"/>
          </a:xfrm>
          <a:prstGeom prst="rect">
            <a:avLst/>
          </a:prstGeom>
        </p:spPr>
        <p:txBody>
          <a:bodyPr anchor="b"/>
          <a:lstStyle>
            <a:lvl1pPr marL="0" indent="0" rtl="0">
              <a:lnSpc>
                <a:spcPct val="80000"/>
              </a:lnSpc>
              <a:buFont typeface="Arial" panose="020B0604020202020204" pitchFamily="34" charset="0"/>
              <a:buNone/>
              <a:defRPr sz="7000">
                <a:solidFill>
                  <a:schemeClr val="bg2"/>
                </a:solidFill>
                <a:latin typeface="+mj-lt"/>
              </a:defRPr>
            </a:lvl1pPr>
            <a:lvl2pPr>
              <a:defRPr sz="7000">
                <a:latin typeface="+mj-lt"/>
              </a:defRPr>
            </a:lvl2pPr>
            <a:lvl3pPr>
              <a:defRPr sz="7000">
                <a:latin typeface="+mj-lt"/>
              </a:defRPr>
            </a:lvl3pPr>
            <a:lvl4pPr>
              <a:defRPr sz="7000">
                <a:latin typeface="+mj-lt"/>
              </a:defRPr>
            </a:lvl4pPr>
            <a:lvl5pPr>
              <a:defRPr sz="7000">
                <a:latin typeface="+mj-lt"/>
              </a:defRPr>
            </a:lvl5pPr>
          </a:lstStyle>
          <a:p>
            <a:pPr lvl="0"/>
            <a:r>
              <a:rPr lang="de-DE" dirty="0"/>
              <a:t>Titelfolie</a:t>
            </a:r>
          </a:p>
          <a:p>
            <a:pPr lvl="0"/>
            <a:r>
              <a:rPr lang="de-DE" dirty="0"/>
              <a:t>Headline zwei- / dreizeilig über gesamte Breite</a:t>
            </a:r>
          </a:p>
        </p:txBody>
      </p:sp>
      <p:pic>
        <p:nvPicPr>
          <p:cNvPr id="3" name="Logo FHOOE">
            <a:extLst>
              <a:ext uri="{FF2B5EF4-FFF2-40B4-BE49-F238E27FC236}">
                <a16:creationId xmlns:a16="http://schemas.microsoft.com/office/drawing/2014/main" id="{D547313D-2774-B483-7660-BBE125E9377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514966" y="375397"/>
            <a:ext cx="3340800" cy="981477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6534EDF-53EF-8037-725E-7C053DE0039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5816600"/>
            <a:ext cx="11520487" cy="492125"/>
          </a:xfrm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 sz="28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Titelfolie </a:t>
            </a:r>
            <a:r>
              <a:rPr lang="de-DE" dirty="0" err="1"/>
              <a:t>Subline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6427460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+ Bil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74BE801-662F-D87D-84C1-BC978EBC99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5773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74BE801-662F-D87D-84C1-BC978EBC99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Bildplatzhalter 5">
            <a:extLst>
              <a:ext uri="{FF2B5EF4-FFF2-40B4-BE49-F238E27FC236}">
                <a16:creationId xmlns:a16="http://schemas.microsoft.com/office/drawing/2014/main" id="{DA243E45-6611-6C37-5709-590BC986ED4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91250" y="0"/>
            <a:ext cx="6000750" cy="6858000"/>
          </a:xfrm>
          <a:custGeom>
            <a:avLst/>
            <a:gdLst>
              <a:gd name="connsiteX0" fmla="*/ 0 w 6000750"/>
              <a:gd name="connsiteY0" fmla="*/ 0 h 6858000"/>
              <a:gd name="connsiteX1" fmla="*/ 865755 w 6000750"/>
              <a:gd name="connsiteY1" fmla="*/ 0 h 6858000"/>
              <a:gd name="connsiteX2" fmla="*/ 865755 w 6000750"/>
              <a:gd name="connsiteY2" fmla="*/ 857190 h 6858000"/>
              <a:gd name="connsiteX3" fmla="*/ 1722946 w 6000750"/>
              <a:gd name="connsiteY3" fmla="*/ 857190 h 6858000"/>
              <a:gd name="connsiteX4" fmla="*/ 1722946 w 6000750"/>
              <a:gd name="connsiteY4" fmla="*/ 0 h 6858000"/>
              <a:gd name="connsiteX5" fmla="*/ 6000750 w 6000750"/>
              <a:gd name="connsiteY5" fmla="*/ 0 h 6858000"/>
              <a:gd name="connsiteX6" fmla="*/ 6000750 w 6000750"/>
              <a:gd name="connsiteY6" fmla="*/ 6858000 h 6858000"/>
              <a:gd name="connsiteX7" fmla="*/ 860426 w 6000750"/>
              <a:gd name="connsiteY7" fmla="*/ 6858000 h 6858000"/>
              <a:gd name="connsiteX8" fmla="*/ 860426 w 6000750"/>
              <a:gd name="connsiteY8" fmla="*/ 857193 h 6858000"/>
              <a:gd name="connsiteX9" fmla="*/ 0 w 6000750"/>
              <a:gd name="connsiteY9" fmla="*/ 85719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00750" h="6858000">
                <a:moveTo>
                  <a:pt x="0" y="0"/>
                </a:moveTo>
                <a:lnTo>
                  <a:pt x="865755" y="0"/>
                </a:lnTo>
                <a:lnTo>
                  <a:pt x="865755" y="857190"/>
                </a:lnTo>
                <a:lnTo>
                  <a:pt x="1722946" y="857190"/>
                </a:lnTo>
                <a:lnTo>
                  <a:pt x="1722946" y="0"/>
                </a:lnTo>
                <a:lnTo>
                  <a:pt x="6000750" y="0"/>
                </a:lnTo>
                <a:lnTo>
                  <a:pt x="6000750" y="6858000"/>
                </a:lnTo>
                <a:lnTo>
                  <a:pt x="860426" y="6858000"/>
                </a:lnTo>
                <a:lnTo>
                  <a:pt x="860426" y="857193"/>
                </a:lnTo>
                <a:lnTo>
                  <a:pt x="0" y="85719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/>
            </a:lvl1pPr>
          </a:lstStyle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F9C532F2-42E9-A916-FFA6-31EE57BC5E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963" y="1356874"/>
            <a:ext cx="6250664" cy="4163911"/>
          </a:xfrm>
          <a:prstGeom prst="rect">
            <a:avLst/>
          </a:prstGeom>
        </p:spPr>
        <p:txBody>
          <a:bodyPr anchor="b"/>
          <a:lstStyle>
            <a:lvl1pPr marL="0" indent="0" rtl="0">
              <a:lnSpc>
                <a:spcPct val="80000"/>
              </a:lnSpc>
              <a:buFont typeface="Arial" panose="020B0604020202020204" pitchFamily="34" charset="0"/>
              <a:buNone/>
              <a:defRPr sz="7000">
                <a:solidFill>
                  <a:schemeClr val="bg2"/>
                </a:solidFill>
                <a:latin typeface="+mj-lt"/>
              </a:defRPr>
            </a:lvl1pPr>
            <a:lvl2pPr>
              <a:defRPr sz="7000">
                <a:latin typeface="+mj-lt"/>
              </a:defRPr>
            </a:lvl2pPr>
            <a:lvl3pPr>
              <a:defRPr sz="7000">
                <a:latin typeface="+mj-lt"/>
              </a:defRPr>
            </a:lvl3pPr>
            <a:lvl4pPr>
              <a:defRPr sz="7000">
                <a:latin typeface="+mj-lt"/>
              </a:defRPr>
            </a:lvl4pPr>
            <a:lvl5pPr>
              <a:defRPr sz="7000">
                <a:latin typeface="+mj-lt"/>
              </a:defRPr>
            </a:lvl5pPr>
          </a:lstStyle>
          <a:p>
            <a:pPr lvl="0"/>
            <a:r>
              <a:rPr lang="de-DE" dirty="0"/>
              <a:t>Titelfolie</a:t>
            </a:r>
          </a:p>
          <a:p>
            <a:pPr lvl="0"/>
            <a:r>
              <a:rPr lang="de-DE" dirty="0"/>
              <a:t>Headline zwei- / dreizeilig über gesamte Breite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6534EDF-53EF-8037-725E-7C053DE0039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4" y="5816600"/>
            <a:ext cx="6250664" cy="492125"/>
          </a:xfrm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 sz="28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Titelfolie </a:t>
            </a:r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6" name="Textplatzhalter 17">
            <a:extLst>
              <a:ext uri="{FF2B5EF4-FFF2-40B4-BE49-F238E27FC236}">
                <a16:creationId xmlns:a16="http://schemas.microsoft.com/office/drawing/2014/main" id="{5B6A62F0-4243-B24C-8C65-A1E38494C4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89523" y="441729"/>
            <a:ext cx="3190673" cy="853660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62199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kative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203144A-7A8B-EDC0-40D4-2E9C016405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53675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03144A-7A8B-EDC0-40D4-2E9C016405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Box 4">
            <a:extLst>
              <a:ext uri="{FF2B5EF4-FFF2-40B4-BE49-F238E27FC236}">
                <a16:creationId xmlns:a16="http://schemas.microsoft.com/office/drawing/2014/main" id="{F60A7B8F-4253-A940-8DA9-F18597354183}"/>
              </a:ext>
            </a:extLst>
          </p:cNvPr>
          <p:cNvSpPr/>
          <p:nvPr userDrawn="1"/>
        </p:nvSpPr>
        <p:spPr>
          <a:xfrm>
            <a:off x="8762737" y="5143307"/>
            <a:ext cx="1714693" cy="1714693"/>
          </a:xfrm>
          <a:custGeom>
            <a:avLst/>
            <a:gdLst/>
            <a:ahLst/>
            <a:cxnLst/>
            <a:rect l="l" t="t" r="r" b="b"/>
            <a:pathLst>
              <a:path w="2827654" h="2827654">
                <a:moveTo>
                  <a:pt x="2827201" y="0"/>
                </a:moveTo>
                <a:lnTo>
                  <a:pt x="0" y="0"/>
                </a:lnTo>
                <a:lnTo>
                  <a:pt x="0" y="2827201"/>
                </a:lnTo>
                <a:lnTo>
                  <a:pt x="2827201" y="2827201"/>
                </a:lnTo>
                <a:lnTo>
                  <a:pt x="2827201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27" name="Box 5">
            <a:extLst>
              <a:ext uri="{FF2B5EF4-FFF2-40B4-BE49-F238E27FC236}">
                <a16:creationId xmlns:a16="http://schemas.microsoft.com/office/drawing/2014/main" id="{0D516B6E-66DE-020F-ED99-1A9E2F5FA845}"/>
              </a:ext>
            </a:extLst>
          </p:cNvPr>
          <p:cNvSpPr/>
          <p:nvPr userDrawn="1"/>
        </p:nvSpPr>
        <p:spPr>
          <a:xfrm>
            <a:off x="10477307" y="3428728"/>
            <a:ext cx="1714693" cy="1714693"/>
          </a:xfrm>
          <a:custGeom>
            <a:avLst/>
            <a:gdLst/>
            <a:ahLst/>
            <a:cxnLst/>
            <a:rect l="l" t="t" r="r" b="b"/>
            <a:pathLst>
              <a:path w="2827654" h="2827654">
                <a:moveTo>
                  <a:pt x="2827201" y="0"/>
                </a:moveTo>
                <a:lnTo>
                  <a:pt x="0" y="0"/>
                </a:lnTo>
                <a:lnTo>
                  <a:pt x="0" y="2827201"/>
                </a:lnTo>
                <a:lnTo>
                  <a:pt x="2827201" y="2827201"/>
                </a:lnTo>
                <a:lnTo>
                  <a:pt x="2827201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25" name="Bildplatzhalter 24">
            <a:extLst>
              <a:ext uri="{FF2B5EF4-FFF2-40B4-BE49-F238E27FC236}">
                <a16:creationId xmlns:a16="http://schemas.microsoft.com/office/drawing/2014/main" id="{41985140-23F6-7610-07D6-93CD9F94A3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29462" y="0"/>
            <a:ext cx="8762538" cy="6858000"/>
          </a:xfrm>
          <a:custGeom>
            <a:avLst/>
            <a:gdLst>
              <a:gd name="connsiteX0" fmla="*/ 5333275 w 8762538"/>
              <a:gd name="connsiteY0" fmla="*/ 5143307 h 6858000"/>
              <a:gd name="connsiteX1" fmla="*/ 5333275 w 8762538"/>
              <a:gd name="connsiteY1" fmla="*/ 6857725 h 6858000"/>
              <a:gd name="connsiteX2" fmla="*/ 7047692 w 8762538"/>
              <a:gd name="connsiteY2" fmla="*/ 6857725 h 6858000"/>
              <a:gd name="connsiteX3" fmla="*/ 7047693 w 8762538"/>
              <a:gd name="connsiteY3" fmla="*/ 6857725 h 6858000"/>
              <a:gd name="connsiteX4" fmla="*/ 8762104 w 8762538"/>
              <a:gd name="connsiteY4" fmla="*/ 6857725 h 6858000"/>
              <a:gd name="connsiteX5" fmla="*/ 8762104 w 8762538"/>
              <a:gd name="connsiteY5" fmla="*/ 5143307 h 6858000"/>
              <a:gd name="connsiteX6" fmla="*/ 7047693 w 8762538"/>
              <a:gd name="connsiteY6" fmla="*/ 5143307 h 6858000"/>
              <a:gd name="connsiteX7" fmla="*/ 7047692 w 8762538"/>
              <a:gd name="connsiteY7" fmla="*/ 5143307 h 6858000"/>
              <a:gd name="connsiteX8" fmla="*/ 7047845 w 8762538"/>
              <a:gd name="connsiteY8" fmla="*/ 3428728 h 6858000"/>
              <a:gd name="connsiteX9" fmla="*/ 7047845 w 8762538"/>
              <a:gd name="connsiteY9" fmla="*/ 5143146 h 6858000"/>
              <a:gd name="connsiteX10" fmla="*/ 8762263 w 8762538"/>
              <a:gd name="connsiteY10" fmla="*/ 5143146 h 6858000"/>
              <a:gd name="connsiteX11" fmla="*/ 8762263 w 8762538"/>
              <a:gd name="connsiteY11" fmla="*/ 3428728 h 6858000"/>
              <a:gd name="connsiteX12" fmla="*/ 0 w 8762538"/>
              <a:gd name="connsiteY12" fmla="*/ 0 h 6858000"/>
              <a:gd name="connsiteX13" fmla="*/ 1714142 w 8762538"/>
              <a:gd name="connsiteY13" fmla="*/ 0 h 6858000"/>
              <a:gd name="connsiteX14" fmla="*/ 1714142 w 8762538"/>
              <a:gd name="connsiteY14" fmla="*/ 1714417 h 6858000"/>
              <a:gd name="connsiteX15" fmla="*/ 3428553 w 8762538"/>
              <a:gd name="connsiteY15" fmla="*/ 1714417 h 6858000"/>
              <a:gd name="connsiteX16" fmla="*/ 3428553 w 8762538"/>
              <a:gd name="connsiteY16" fmla="*/ 0 h 6858000"/>
              <a:gd name="connsiteX17" fmla="*/ 8762538 w 8762538"/>
              <a:gd name="connsiteY17" fmla="*/ 0 h 6858000"/>
              <a:gd name="connsiteX18" fmla="*/ 8762538 w 8762538"/>
              <a:gd name="connsiteY18" fmla="*/ 6858000 h 6858000"/>
              <a:gd name="connsiteX19" fmla="*/ 0 w 8762538"/>
              <a:gd name="connsiteY19" fmla="*/ 6858000 h 6858000"/>
              <a:gd name="connsiteX20" fmla="*/ 0 w 8762538"/>
              <a:gd name="connsiteY20" fmla="*/ 6855904 h 6858000"/>
              <a:gd name="connsiteX21" fmla="*/ 1713444 w 8762538"/>
              <a:gd name="connsiteY21" fmla="*/ 6855904 h 6858000"/>
              <a:gd name="connsiteX22" fmla="*/ 1713444 w 8762538"/>
              <a:gd name="connsiteY22" fmla="*/ 1714340 h 6858000"/>
              <a:gd name="connsiteX23" fmla="*/ 0 w 8762538"/>
              <a:gd name="connsiteY23" fmla="*/ 1714340 h 6858000"/>
              <a:gd name="connsiteX0" fmla="*/ 5333275 w 8762538"/>
              <a:gd name="connsiteY0" fmla="*/ 5143307 h 6858000"/>
              <a:gd name="connsiteX1" fmla="*/ 5333275 w 8762538"/>
              <a:gd name="connsiteY1" fmla="*/ 6857725 h 6858000"/>
              <a:gd name="connsiteX2" fmla="*/ 7047692 w 8762538"/>
              <a:gd name="connsiteY2" fmla="*/ 6857725 h 6858000"/>
              <a:gd name="connsiteX3" fmla="*/ 7047693 w 8762538"/>
              <a:gd name="connsiteY3" fmla="*/ 6857725 h 6858000"/>
              <a:gd name="connsiteX4" fmla="*/ 8762104 w 8762538"/>
              <a:gd name="connsiteY4" fmla="*/ 6857725 h 6858000"/>
              <a:gd name="connsiteX5" fmla="*/ 8762104 w 8762538"/>
              <a:gd name="connsiteY5" fmla="*/ 5143307 h 6858000"/>
              <a:gd name="connsiteX6" fmla="*/ 7047693 w 8762538"/>
              <a:gd name="connsiteY6" fmla="*/ 5143307 h 6858000"/>
              <a:gd name="connsiteX7" fmla="*/ 7047692 w 8762538"/>
              <a:gd name="connsiteY7" fmla="*/ 5143307 h 6858000"/>
              <a:gd name="connsiteX8" fmla="*/ 5333275 w 8762538"/>
              <a:gd name="connsiteY8" fmla="*/ 5143307 h 6858000"/>
              <a:gd name="connsiteX9" fmla="*/ 7047845 w 8762538"/>
              <a:gd name="connsiteY9" fmla="*/ 3428728 h 6858000"/>
              <a:gd name="connsiteX10" fmla="*/ 7047845 w 8762538"/>
              <a:gd name="connsiteY10" fmla="*/ 5143146 h 6858000"/>
              <a:gd name="connsiteX11" fmla="*/ 8762263 w 8762538"/>
              <a:gd name="connsiteY11" fmla="*/ 5143146 h 6858000"/>
              <a:gd name="connsiteX12" fmla="*/ 8762263 w 8762538"/>
              <a:gd name="connsiteY12" fmla="*/ 3428728 h 6858000"/>
              <a:gd name="connsiteX13" fmla="*/ 7047845 w 8762538"/>
              <a:gd name="connsiteY13" fmla="*/ 3428728 h 6858000"/>
              <a:gd name="connsiteX14" fmla="*/ 0 w 8762538"/>
              <a:gd name="connsiteY14" fmla="*/ 0 h 6858000"/>
              <a:gd name="connsiteX15" fmla="*/ 1714142 w 8762538"/>
              <a:gd name="connsiteY15" fmla="*/ 0 h 6858000"/>
              <a:gd name="connsiteX16" fmla="*/ 1714142 w 8762538"/>
              <a:gd name="connsiteY16" fmla="*/ 1714417 h 6858000"/>
              <a:gd name="connsiteX17" fmla="*/ 3428553 w 8762538"/>
              <a:gd name="connsiteY17" fmla="*/ 1714417 h 6858000"/>
              <a:gd name="connsiteX18" fmla="*/ 3428553 w 8762538"/>
              <a:gd name="connsiteY18" fmla="*/ 0 h 6858000"/>
              <a:gd name="connsiteX19" fmla="*/ 8762538 w 8762538"/>
              <a:gd name="connsiteY19" fmla="*/ 0 h 6858000"/>
              <a:gd name="connsiteX20" fmla="*/ 8762538 w 8762538"/>
              <a:gd name="connsiteY20" fmla="*/ 6858000 h 6858000"/>
              <a:gd name="connsiteX21" fmla="*/ 0 w 8762538"/>
              <a:gd name="connsiteY21" fmla="*/ 6858000 h 6858000"/>
              <a:gd name="connsiteX22" fmla="*/ 1713444 w 8762538"/>
              <a:gd name="connsiteY22" fmla="*/ 6855904 h 6858000"/>
              <a:gd name="connsiteX23" fmla="*/ 1713444 w 8762538"/>
              <a:gd name="connsiteY23" fmla="*/ 1714340 h 6858000"/>
              <a:gd name="connsiteX24" fmla="*/ 0 w 8762538"/>
              <a:gd name="connsiteY24" fmla="*/ 1714340 h 6858000"/>
              <a:gd name="connsiteX25" fmla="*/ 0 w 8762538"/>
              <a:gd name="connsiteY25" fmla="*/ 0 h 6858000"/>
              <a:gd name="connsiteX0" fmla="*/ 5333275 w 8762538"/>
              <a:gd name="connsiteY0" fmla="*/ 5143307 h 6858000"/>
              <a:gd name="connsiteX1" fmla="*/ 5333275 w 8762538"/>
              <a:gd name="connsiteY1" fmla="*/ 6857725 h 6858000"/>
              <a:gd name="connsiteX2" fmla="*/ 7047692 w 8762538"/>
              <a:gd name="connsiteY2" fmla="*/ 6857725 h 6858000"/>
              <a:gd name="connsiteX3" fmla="*/ 7047693 w 8762538"/>
              <a:gd name="connsiteY3" fmla="*/ 6857725 h 6858000"/>
              <a:gd name="connsiteX4" fmla="*/ 8762104 w 8762538"/>
              <a:gd name="connsiteY4" fmla="*/ 6857725 h 6858000"/>
              <a:gd name="connsiteX5" fmla="*/ 8762104 w 8762538"/>
              <a:gd name="connsiteY5" fmla="*/ 5143307 h 6858000"/>
              <a:gd name="connsiteX6" fmla="*/ 7047693 w 8762538"/>
              <a:gd name="connsiteY6" fmla="*/ 5143307 h 6858000"/>
              <a:gd name="connsiteX7" fmla="*/ 7047692 w 8762538"/>
              <a:gd name="connsiteY7" fmla="*/ 5143307 h 6858000"/>
              <a:gd name="connsiteX8" fmla="*/ 5333275 w 8762538"/>
              <a:gd name="connsiteY8" fmla="*/ 5143307 h 6858000"/>
              <a:gd name="connsiteX9" fmla="*/ 7047845 w 8762538"/>
              <a:gd name="connsiteY9" fmla="*/ 3428728 h 6858000"/>
              <a:gd name="connsiteX10" fmla="*/ 7047845 w 8762538"/>
              <a:gd name="connsiteY10" fmla="*/ 5143146 h 6858000"/>
              <a:gd name="connsiteX11" fmla="*/ 8762263 w 8762538"/>
              <a:gd name="connsiteY11" fmla="*/ 5143146 h 6858000"/>
              <a:gd name="connsiteX12" fmla="*/ 8762263 w 8762538"/>
              <a:gd name="connsiteY12" fmla="*/ 3428728 h 6858000"/>
              <a:gd name="connsiteX13" fmla="*/ 7047845 w 8762538"/>
              <a:gd name="connsiteY13" fmla="*/ 3428728 h 6858000"/>
              <a:gd name="connsiteX14" fmla="*/ 0 w 8762538"/>
              <a:gd name="connsiteY14" fmla="*/ 0 h 6858000"/>
              <a:gd name="connsiteX15" fmla="*/ 1714142 w 8762538"/>
              <a:gd name="connsiteY15" fmla="*/ 0 h 6858000"/>
              <a:gd name="connsiteX16" fmla="*/ 1714142 w 8762538"/>
              <a:gd name="connsiteY16" fmla="*/ 1714417 h 6858000"/>
              <a:gd name="connsiteX17" fmla="*/ 3428553 w 8762538"/>
              <a:gd name="connsiteY17" fmla="*/ 1714417 h 6858000"/>
              <a:gd name="connsiteX18" fmla="*/ 3428553 w 8762538"/>
              <a:gd name="connsiteY18" fmla="*/ 0 h 6858000"/>
              <a:gd name="connsiteX19" fmla="*/ 8762538 w 8762538"/>
              <a:gd name="connsiteY19" fmla="*/ 0 h 6858000"/>
              <a:gd name="connsiteX20" fmla="*/ 8762538 w 8762538"/>
              <a:gd name="connsiteY20" fmla="*/ 6858000 h 6858000"/>
              <a:gd name="connsiteX21" fmla="*/ 1713444 w 8762538"/>
              <a:gd name="connsiteY21" fmla="*/ 6855904 h 6858000"/>
              <a:gd name="connsiteX22" fmla="*/ 1713444 w 8762538"/>
              <a:gd name="connsiteY22" fmla="*/ 1714340 h 6858000"/>
              <a:gd name="connsiteX23" fmla="*/ 0 w 8762538"/>
              <a:gd name="connsiteY23" fmla="*/ 1714340 h 6858000"/>
              <a:gd name="connsiteX24" fmla="*/ 0 w 8762538"/>
              <a:gd name="connsiteY2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8762538" h="6858000">
                <a:moveTo>
                  <a:pt x="5333275" y="5143307"/>
                </a:moveTo>
                <a:lnTo>
                  <a:pt x="5333275" y="6857725"/>
                </a:lnTo>
                <a:lnTo>
                  <a:pt x="7047692" y="6857725"/>
                </a:lnTo>
                <a:lnTo>
                  <a:pt x="7047693" y="6857725"/>
                </a:lnTo>
                <a:lnTo>
                  <a:pt x="8762104" y="6857725"/>
                </a:lnTo>
                <a:lnTo>
                  <a:pt x="8762104" y="5143307"/>
                </a:lnTo>
                <a:lnTo>
                  <a:pt x="7047693" y="5143307"/>
                </a:lnTo>
                <a:lnTo>
                  <a:pt x="7047692" y="5143307"/>
                </a:lnTo>
                <a:lnTo>
                  <a:pt x="5333275" y="5143307"/>
                </a:lnTo>
                <a:close/>
                <a:moveTo>
                  <a:pt x="7047845" y="3428728"/>
                </a:moveTo>
                <a:lnTo>
                  <a:pt x="7047845" y="5143146"/>
                </a:lnTo>
                <a:lnTo>
                  <a:pt x="8762263" y="5143146"/>
                </a:lnTo>
                <a:lnTo>
                  <a:pt x="8762263" y="3428728"/>
                </a:lnTo>
                <a:lnTo>
                  <a:pt x="7047845" y="3428728"/>
                </a:lnTo>
                <a:close/>
                <a:moveTo>
                  <a:pt x="0" y="0"/>
                </a:moveTo>
                <a:lnTo>
                  <a:pt x="1714142" y="0"/>
                </a:lnTo>
                <a:lnTo>
                  <a:pt x="1714142" y="1714417"/>
                </a:lnTo>
                <a:lnTo>
                  <a:pt x="3428553" y="1714417"/>
                </a:lnTo>
                <a:lnTo>
                  <a:pt x="3428553" y="0"/>
                </a:lnTo>
                <a:lnTo>
                  <a:pt x="8762538" y="0"/>
                </a:lnTo>
                <a:lnTo>
                  <a:pt x="8762538" y="6858000"/>
                </a:lnTo>
                <a:lnTo>
                  <a:pt x="1713444" y="6855904"/>
                </a:lnTo>
                <a:lnTo>
                  <a:pt x="1713444" y="1714340"/>
                </a:lnTo>
                <a:lnTo>
                  <a:pt x="0" y="171434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endParaRPr lang="de-DE"/>
          </a:p>
        </p:txBody>
      </p:sp>
      <p:sp>
        <p:nvSpPr>
          <p:cNvPr id="5" name="Box 1">
            <a:extLst>
              <a:ext uri="{FF2B5EF4-FFF2-40B4-BE49-F238E27FC236}">
                <a16:creationId xmlns:a16="http://schemas.microsoft.com/office/drawing/2014/main" id="{8CE6E4E5-962A-66C1-A314-CB59CE216890}"/>
              </a:ext>
            </a:extLst>
          </p:cNvPr>
          <p:cNvSpPr/>
          <p:nvPr userDrawn="1"/>
        </p:nvSpPr>
        <p:spPr>
          <a:xfrm>
            <a:off x="428" y="0"/>
            <a:ext cx="1714693" cy="1714693"/>
          </a:xfrm>
          <a:custGeom>
            <a:avLst/>
            <a:gdLst/>
            <a:ahLst/>
            <a:cxnLst/>
            <a:rect l="l" t="t" r="r" b="b"/>
            <a:pathLst>
              <a:path w="2827655" h="2827655">
                <a:moveTo>
                  <a:pt x="2827170" y="0"/>
                </a:moveTo>
                <a:lnTo>
                  <a:pt x="0" y="0"/>
                </a:lnTo>
                <a:lnTo>
                  <a:pt x="0" y="2827201"/>
                </a:lnTo>
                <a:lnTo>
                  <a:pt x="2827170" y="2827201"/>
                </a:lnTo>
                <a:lnTo>
                  <a:pt x="2827170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6" name="Box 2">
            <a:extLst>
              <a:ext uri="{FF2B5EF4-FFF2-40B4-BE49-F238E27FC236}">
                <a16:creationId xmlns:a16="http://schemas.microsoft.com/office/drawing/2014/main" id="{0E182023-1813-9AA7-92C8-CCAA481FC0BB}"/>
              </a:ext>
            </a:extLst>
          </p:cNvPr>
          <p:cNvSpPr/>
          <p:nvPr userDrawn="1"/>
        </p:nvSpPr>
        <p:spPr>
          <a:xfrm>
            <a:off x="1714769" y="1714341"/>
            <a:ext cx="1714693" cy="1714693"/>
          </a:xfrm>
          <a:custGeom>
            <a:avLst/>
            <a:gdLst/>
            <a:ahLst/>
            <a:cxnLst/>
            <a:rect l="l" t="t" r="r" b="b"/>
            <a:pathLst>
              <a:path w="2827654" h="2827654">
                <a:moveTo>
                  <a:pt x="2827201" y="0"/>
                </a:moveTo>
                <a:lnTo>
                  <a:pt x="0" y="0"/>
                </a:lnTo>
                <a:lnTo>
                  <a:pt x="0" y="2827201"/>
                </a:lnTo>
                <a:lnTo>
                  <a:pt x="2827201" y="2827201"/>
                </a:lnTo>
                <a:lnTo>
                  <a:pt x="2827201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5EA5873D-AF06-607D-43ED-D41CFCF4A0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923463" y="432000"/>
            <a:ext cx="1933575" cy="517325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C74681A2-10C1-98D6-2EA9-190A8C0D3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3779174"/>
            <a:ext cx="4586287" cy="2529551"/>
          </a:xfrm>
        </p:spPr>
        <p:txBody>
          <a:bodyPr vert="horz">
            <a:noAutofit/>
          </a:bodyPr>
          <a:lstStyle>
            <a:lvl1pPr rtl="0"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Mastertitelformat bearbeiten</a:t>
            </a:r>
          </a:p>
        </p:txBody>
      </p:sp>
      <p:sp>
        <p:nvSpPr>
          <p:cNvPr id="7" name="Fußzeilenplatzhalter 15">
            <a:extLst>
              <a:ext uri="{FF2B5EF4-FFF2-40B4-BE49-F238E27FC236}">
                <a16:creationId xmlns:a16="http://schemas.microsoft.com/office/drawing/2014/main" id="{E9592A1C-BF23-655B-9CD7-31B1A70291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9" name="Foliennummernplatzhalter 16">
            <a:extLst>
              <a:ext uri="{FF2B5EF4-FFF2-40B4-BE49-F238E27FC236}">
                <a16:creationId xmlns:a16="http://schemas.microsoft.com/office/drawing/2014/main" id="{F864353D-E701-8839-D967-244B80FF08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851588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8587EF3-1787-78E3-5B5A-6B79B487DEA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98610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8587EF3-1787-78E3-5B5A-6B79B487DE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Bildplatzhalter 19">
            <a:extLst>
              <a:ext uri="{FF2B5EF4-FFF2-40B4-BE49-F238E27FC236}">
                <a16:creationId xmlns:a16="http://schemas.microsoft.com/office/drawing/2014/main" id="{E67A23EF-4C68-2342-F969-570A08FFB57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4495" y="-15875"/>
            <a:ext cx="4839921" cy="6873875"/>
          </a:xfrm>
          <a:custGeom>
            <a:avLst/>
            <a:gdLst>
              <a:gd name="connsiteX0" fmla="*/ 4286377 w 6000750"/>
              <a:gd name="connsiteY0" fmla="*/ 3647787 h 4505325"/>
              <a:gd name="connsiteX1" fmla="*/ 4286377 w 6000750"/>
              <a:gd name="connsiteY1" fmla="*/ 4504977 h 4505325"/>
              <a:gd name="connsiteX2" fmla="*/ 5143567 w 6000750"/>
              <a:gd name="connsiteY2" fmla="*/ 4504977 h 4505325"/>
              <a:gd name="connsiteX3" fmla="*/ 5143567 w 6000750"/>
              <a:gd name="connsiteY3" fmla="*/ 3647787 h 4505325"/>
              <a:gd name="connsiteX4" fmla="*/ 0 w 6000750"/>
              <a:gd name="connsiteY4" fmla="*/ 0 h 4505325"/>
              <a:gd name="connsiteX5" fmla="*/ 5143566 w 6000750"/>
              <a:gd name="connsiteY5" fmla="*/ 0 h 4505325"/>
              <a:gd name="connsiteX6" fmla="*/ 5143566 w 6000750"/>
              <a:gd name="connsiteY6" fmla="*/ 3645561 h 4505325"/>
              <a:gd name="connsiteX7" fmla="*/ 6000017 w 6000750"/>
              <a:gd name="connsiteY7" fmla="*/ 3645561 h 4505325"/>
              <a:gd name="connsiteX8" fmla="*/ 6000017 w 6000750"/>
              <a:gd name="connsiteY8" fmla="*/ 0 h 4505325"/>
              <a:gd name="connsiteX9" fmla="*/ 6000750 w 6000750"/>
              <a:gd name="connsiteY9" fmla="*/ 0 h 4505325"/>
              <a:gd name="connsiteX10" fmla="*/ 6000750 w 6000750"/>
              <a:gd name="connsiteY10" fmla="*/ 4505325 h 4505325"/>
              <a:gd name="connsiteX11" fmla="*/ 0 w 6000750"/>
              <a:gd name="connsiteY11" fmla="*/ 4505325 h 4505325"/>
              <a:gd name="connsiteX0" fmla="*/ 4286377 w 6000750"/>
              <a:gd name="connsiteY0" fmla="*/ 3647787 h 4505325"/>
              <a:gd name="connsiteX1" fmla="*/ 4286377 w 6000750"/>
              <a:gd name="connsiteY1" fmla="*/ 4504977 h 4505325"/>
              <a:gd name="connsiteX2" fmla="*/ 5143567 w 6000750"/>
              <a:gd name="connsiteY2" fmla="*/ 4504977 h 4505325"/>
              <a:gd name="connsiteX3" fmla="*/ 5143567 w 6000750"/>
              <a:gd name="connsiteY3" fmla="*/ 3647787 h 4505325"/>
              <a:gd name="connsiteX4" fmla="*/ 4286377 w 6000750"/>
              <a:gd name="connsiteY4" fmla="*/ 3647787 h 4505325"/>
              <a:gd name="connsiteX5" fmla="*/ 0 w 6000750"/>
              <a:gd name="connsiteY5" fmla="*/ 0 h 4505325"/>
              <a:gd name="connsiteX6" fmla="*/ 5143566 w 6000750"/>
              <a:gd name="connsiteY6" fmla="*/ 0 h 4505325"/>
              <a:gd name="connsiteX7" fmla="*/ 5143566 w 6000750"/>
              <a:gd name="connsiteY7" fmla="*/ 3645561 h 4505325"/>
              <a:gd name="connsiteX8" fmla="*/ 6000017 w 6000750"/>
              <a:gd name="connsiteY8" fmla="*/ 3645561 h 4505325"/>
              <a:gd name="connsiteX9" fmla="*/ 6000017 w 6000750"/>
              <a:gd name="connsiteY9" fmla="*/ 0 h 4505325"/>
              <a:gd name="connsiteX10" fmla="*/ 6000750 w 6000750"/>
              <a:gd name="connsiteY10" fmla="*/ 4505325 h 4505325"/>
              <a:gd name="connsiteX11" fmla="*/ 0 w 6000750"/>
              <a:gd name="connsiteY11" fmla="*/ 4505325 h 4505325"/>
              <a:gd name="connsiteX12" fmla="*/ 0 w 6000750"/>
              <a:gd name="connsiteY12" fmla="*/ 0 h 4505325"/>
              <a:gd name="connsiteX0" fmla="*/ 4286377 w 6000750"/>
              <a:gd name="connsiteY0" fmla="*/ 3647787 h 4505325"/>
              <a:gd name="connsiteX1" fmla="*/ 4286377 w 6000750"/>
              <a:gd name="connsiteY1" fmla="*/ 4504977 h 4505325"/>
              <a:gd name="connsiteX2" fmla="*/ 5143567 w 6000750"/>
              <a:gd name="connsiteY2" fmla="*/ 4504977 h 4505325"/>
              <a:gd name="connsiteX3" fmla="*/ 5143567 w 6000750"/>
              <a:gd name="connsiteY3" fmla="*/ 3647787 h 4505325"/>
              <a:gd name="connsiteX4" fmla="*/ 4286377 w 6000750"/>
              <a:gd name="connsiteY4" fmla="*/ 3647787 h 4505325"/>
              <a:gd name="connsiteX5" fmla="*/ 0 w 6000750"/>
              <a:gd name="connsiteY5" fmla="*/ 0 h 4505325"/>
              <a:gd name="connsiteX6" fmla="*/ 5143566 w 6000750"/>
              <a:gd name="connsiteY6" fmla="*/ 0 h 4505325"/>
              <a:gd name="connsiteX7" fmla="*/ 5143566 w 6000750"/>
              <a:gd name="connsiteY7" fmla="*/ 3645561 h 4505325"/>
              <a:gd name="connsiteX8" fmla="*/ 6000017 w 6000750"/>
              <a:gd name="connsiteY8" fmla="*/ 3645561 h 4505325"/>
              <a:gd name="connsiteX9" fmla="*/ 6000750 w 6000750"/>
              <a:gd name="connsiteY9" fmla="*/ 4505325 h 4505325"/>
              <a:gd name="connsiteX10" fmla="*/ 0 w 6000750"/>
              <a:gd name="connsiteY10" fmla="*/ 4505325 h 4505325"/>
              <a:gd name="connsiteX11" fmla="*/ 0 w 6000750"/>
              <a:gd name="connsiteY11" fmla="*/ 0 h 4505325"/>
              <a:gd name="connsiteX0" fmla="*/ 4286377 w 6000750"/>
              <a:gd name="connsiteY0" fmla="*/ 3647787 h 4505325"/>
              <a:gd name="connsiteX1" fmla="*/ 4286377 w 6000750"/>
              <a:gd name="connsiteY1" fmla="*/ 4504977 h 4505325"/>
              <a:gd name="connsiteX2" fmla="*/ 5143567 w 6000750"/>
              <a:gd name="connsiteY2" fmla="*/ 4504977 h 4505325"/>
              <a:gd name="connsiteX3" fmla="*/ 5143567 w 6000750"/>
              <a:gd name="connsiteY3" fmla="*/ 3647787 h 4505325"/>
              <a:gd name="connsiteX4" fmla="*/ 4286377 w 6000750"/>
              <a:gd name="connsiteY4" fmla="*/ 3647787 h 4505325"/>
              <a:gd name="connsiteX5" fmla="*/ 1149350 w 6000750"/>
              <a:gd name="connsiteY5" fmla="*/ 0 h 4505325"/>
              <a:gd name="connsiteX6" fmla="*/ 5143566 w 6000750"/>
              <a:gd name="connsiteY6" fmla="*/ 0 h 4505325"/>
              <a:gd name="connsiteX7" fmla="*/ 5143566 w 6000750"/>
              <a:gd name="connsiteY7" fmla="*/ 3645561 h 4505325"/>
              <a:gd name="connsiteX8" fmla="*/ 6000017 w 6000750"/>
              <a:gd name="connsiteY8" fmla="*/ 3645561 h 4505325"/>
              <a:gd name="connsiteX9" fmla="*/ 6000750 w 6000750"/>
              <a:gd name="connsiteY9" fmla="*/ 4505325 h 4505325"/>
              <a:gd name="connsiteX10" fmla="*/ 0 w 6000750"/>
              <a:gd name="connsiteY10" fmla="*/ 4505325 h 4505325"/>
              <a:gd name="connsiteX11" fmla="*/ 1149350 w 6000750"/>
              <a:gd name="connsiteY11" fmla="*/ 0 h 4505325"/>
              <a:gd name="connsiteX0" fmla="*/ 3225927 w 4940300"/>
              <a:gd name="connsiteY0" fmla="*/ 3647787 h 4505325"/>
              <a:gd name="connsiteX1" fmla="*/ 3225927 w 4940300"/>
              <a:gd name="connsiteY1" fmla="*/ 4504977 h 4505325"/>
              <a:gd name="connsiteX2" fmla="*/ 4083117 w 4940300"/>
              <a:gd name="connsiteY2" fmla="*/ 4504977 h 4505325"/>
              <a:gd name="connsiteX3" fmla="*/ 4083117 w 4940300"/>
              <a:gd name="connsiteY3" fmla="*/ 3647787 h 4505325"/>
              <a:gd name="connsiteX4" fmla="*/ 3225927 w 4940300"/>
              <a:gd name="connsiteY4" fmla="*/ 3647787 h 4505325"/>
              <a:gd name="connsiteX5" fmla="*/ 88900 w 4940300"/>
              <a:gd name="connsiteY5" fmla="*/ 0 h 4505325"/>
              <a:gd name="connsiteX6" fmla="*/ 4083116 w 4940300"/>
              <a:gd name="connsiteY6" fmla="*/ 0 h 4505325"/>
              <a:gd name="connsiteX7" fmla="*/ 4083116 w 4940300"/>
              <a:gd name="connsiteY7" fmla="*/ 3645561 h 4505325"/>
              <a:gd name="connsiteX8" fmla="*/ 4939567 w 4940300"/>
              <a:gd name="connsiteY8" fmla="*/ 3645561 h 4505325"/>
              <a:gd name="connsiteX9" fmla="*/ 4940300 w 4940300"/>
              <a:gd name="connsiteY9" fmla="*/ 4505325 h 4505325"/>
              <a:gd name="connsiteX10" fmla="*/ 0 w 4940300"/>
              <a:gd name="connsiteY10" fmla="*/ 4505325 h 4505325"/>
              <a:gd name="connsiteX11" fmla="*/ 88900 w 4940300"/>
              <a:gd name="connsiteY11" fmla="*/ 0 h 4505325"/>
              <a:gd name="connsiteX0" fmla="*/ 3137027 w 4851400"/>
              <a:gd name="connsiteY0" fmla="*/ 3647787 h 4505325"/>
              <a:gd name="connsiteX1" fmla="*/ 3137027 w 4851400"/>
              <a:gd name="connsiteY1" fmla="*/ 4504977 h 4505325"/>
              <a:gd name="connsiteX2" fmla="*/ 3994217 w 4851400"/>
              <a:gd name="connsiteY2" fmla="*/ 4504977 h 4505325"/>
              <a:gd name="connsiteX3" fmla="*/ 3994217 w 4851400"/>
              <a:gd name="connsiteY3" fmla="*/ 3647787 h 4505325"/>
              <a:gd name="connsiteX4" fmla="*/ 3137027 w 4851400"/>
              <a:gd name="connsiteY4" fmla="*/ 3647787 h 4505325"/>
              <a:gd name="connsiteX5" fmla="*/ 0 w 4851400"/>
              <a:gd name="connsiteY5" fmla="*/ 0 h 4505325"/>
              <a:gd name="connsiteX6" fmla="*/ 3994216 w 4851400"/>
              <a:gd name="connsiteY6" fmla="*/ 0 h 4505325"/>
              <a:gd name="connsiteX7" fmla="*/ 3994216 w 4851400"/>
              <a:gd name="connsiteY7" fmla="*/ 3645561 h 4505325"/>
              <a:gd name="connsiteX8" fmla="*/ 4850667 w 4851400"/>
              <a:gd name="connsiteY8" fmla="*/ 3645561 h 4505325"/>
              <a:gd name="connsiteX9" fmla="*/ 4851400 w 4851400"/>
              <a:gd name="connsiteY9" fmla="*/ 4505325 h 4505325"/>
              <a:gd name="connsiteX10" fmla="*/ 107950 w 4851400"/>
              <a:gd name="connsiteY10" fmla="*/ 4505325 h 4505325"/>
              <a:gd name="connsiteX11" fmla="*/ 0 w 4851400"/>
              <a:gd name="connsiteY11" fmla="*/ 0 h 4505325"/>
              <a:gd name="connsiteX0" fmla="*/ 3137027 w 4851400"/>
              <a:gd name="connsiteY0" fmla="*/ 3647787 h 4505325"/>
              <a:gd name="connsiteX1" fmla="*/ 3137027 w 4851400"/>
              <a:gd name="connsiteY1" fmla="*/ 4504977 h 4505325"/>
              <a:gd name="connsiteX2" fmla="*/ 3994217 w 4851400"/>
              <a:gd name="connsiteY2" fmla="*/ 4504977 h 4505325"/>
              <a:gd name="connsiteX3" fmla="*/ 3994217 w 4851400"/>
              <a:gd name="connsiteY3" fmla="*/ 3647787 h 4505325"/>
              <a:gd name="connsiteX4" fmla="*/ 3137027 w 4851400"/>
              <a:gd name="connsiteY4" fmla="*/ 3647787 h 4505325"/>
              <a:gd name="connsiteX5" fmla="*/ 0 w 4851400"/>
              <a:gd name="connsiteY5" fmla="*/ 0 h 4505325"/>
              <a:gd name="connsiteX6" fmla="*/ 3994216 w 4851400"/>
              <a:gd name="connsiteY6" fmla="*/ 0 h 4505325"/>
              <a:gd name="connsiteX7" fmla="*/ 3994216 w 4851400"/>
              <a:gd name="connsiteY7" fmla="*/ 3645561 h 4505325"/>
              <a:gd name="connsiteX8" fmla="*/ 4850667 w 4851400"/>
              <a:gd name="connsiteY8" fmla="*/ 3645561 h 4505325"/>
              <a:gd name="connsiteX9" fmla="*/ 4851400 w 4851400"/>
              <a:gd name="connsiteY9" fmla="*/ 4505325 h 4505325"/>
              <a:gd name="connsiteX10" fmla="*/ 12700 w 4851400"/>
              <a:gd name="connsiteY10" fmla="*/ 4505325 h 4505325"/>
              <a:gd name="connsiteX11" fmla="*/ 0 w 4851400"/>
              <a:gd name="connsiteY11" fmla="*/ 0 h 4505325"/>
              <a:gd name="connsiteX0" fmla="*/ 3125097 w 4839470"/>
              <a:gd name="connsiteY0" fmla="*/ 3647787 h 4505325"/>
              <a:gd name="connsiteX1" fmla="*/ 3125097 w 4839470"/>
              <a:gd name="connsiteY1" fmla="*/ 4504977 h 4505325"/>
              <a:gd name="connsiteX2" fmla="*/ 3982287 w 4839470"/>
              <a:gd name="connsiteY2" fmla="*/ 4504977 h 4505325"/>
              <a:gd name="connsiteX3" fmla="*/ 3982287 w 4839470"/>
              <a:gd name="connsiteY3" fmla="*/ 3647787 h 4505325"/>
              <a:gd name="connsiteX4" fmla="*/ 3125097 w 4839470"/>
              <a:gd name="connsiteY4" fmla="*/ 3647787 h 4505325"/>
              <a:gd name="connsiteX5" fmla="*/ 7120 w 4839470"/>
              <a:gd name="connsiteY5" fmla="*/ 0 h 4505325"/>
              <a:gd name="connsiteX6" fmla="*/ 3982286 w 4839470"/>
              <a:gd name="connsiteY6" fmla="*/ 0 h 4505325"/>
              <a:gd name="connsiteX7" fmla="*/ 3982286 w 4839470"/>
              <a:gd name="connsiteY7" fmla="*/ 3645561 h 4505325"/>
              <a:gd name="connsiteX8" fmla="*/ 4838737 w 4839470"/>
              <a:gd name="connsiteY8" fmla="*/ 3645561 h 4505325"/>
              <a:gd name="connsiteX9" fmla="*/ 4839470 w 4839470"/>
              <a:gd name="connsiteY9" fmla="*/ 4505325 h 4505325"/>
              <a:gd name="connsiteX10" fmla="*/ 770 w 4839470"/>
              <a:gd name="connsiteY10" fmla="*/ 4505325 h 4505325"/>
              <a:gd name="connsiteX11" fmla="*/ 7120 w 4839470"/>
              <a:gd name="connsiteY11" fmla="*/ 0 h 4505325"/>
              <a:gd name="connsiteX0" fmla="*/ 3125548 w 4839921"/>
              <a:gd name="connsiteY0" fmla="*/ 6016337 h 6873875"/>
              <a:gd name="connsiteX1" fmla="*/ 3125548 w 4839921"/>
              <a:gd name="connsiteY1" fmla="*/ 6873527 h 6873875"/>
              <a:gd name="connsiteX2" fmla="*/ 3982738 w 4839921"/>
              <a:gd name="connsiteY2" fmla="*/ 6873527 h 6873875"/>
              <a:gd name="connsiteX3" fmla="*/ 3982738 w 4839921"/>
              <a:gd name="connsiteY3" fmla="*/ 6016337 h 6873875"/>
              <a:gd name="connsiteX4" fmla="*/ 3125548 w 4839921"/>
              <a:gd name="connsiteY4" fmla="*/ 6016337 h 6873875"/>
              <a:gd name="connsiteX5" fmla="*/ 1221 w 4839921"/>
              <a:gd name="connsiteY5" fmla="*/ 0 h 6873875"/>
              <a:gd name="connsiteX6" fmla="*/ 3982737 w 4839921"/>
              <a:gd name="connsiteY6" fmla="*/ 2368550 h 6873875"/>
              <a:gd name="connsiteX7" fmla="*/ 3982737 w 4839921"/>
              <a:gd name="connsiteY7" fmla="*/ 6014111 h 6873875"/>
              <a:gd name="connsiteX8" fmla="*/ 4839188 w 4839921"/>
              <a:gd name="connsiteY8" fmla="*/ 6014111 h 6873875"/>
              <a:gd name="connsiteX9" fmla="*/ 4839921 w 4839921"/>
              <a:gd name="connsiteY9" fmla="*/ 6873875 h 6873875"/>
              <a:gd name="connsiteX10" fmla="*/ 1221 w 4839921"/>
              <a:gd name="connsiteY10" fmla="*/ 6873875 h 6873875"/>
              <a:gd name="connsiteX11" fmla="*/ 1221 w 4839921"/>
              <a:gd name="connsiteY11" fmla="*/ 0 h 6873875"/>
              <a:gd name="connsiteX0" fmla="*/ 3125548 w 4839921"/>
              <a:gd name="connsiteY0" fmla="*/ 6016337 h 6873875"/>
              <a:gd name="connsiteX1" fmla="*/ 3125548 w 4839921"/>
              <a:gd name="connsiteY1" fmla="*/ 6873527 h 6873875"/>
              <a:gd name="connsiteX2" fmla="*/ 3982738 w 4839921"/>
              <a:gd name="connsiteY2" fmla="*/ 6873527 h 6873875"/>
              <a:gd name="connsiteX3" fmla="*/ 3982738 w 4839921"/>
              <a:gd name="connsiteY3" fmla="*/ 6016337 h 6873875"/>
              <a:gd name="connsiteX4" fmla="*/ 3125548 w 4839921"/>
              <a:gd name="connsiteY4" fmla="*/ 6016337 h 6873875"/>
              <a:gd name="connsiteX5" fmla="*/ 1221 w 4839921"/>
              <a:gd name="connsiteY5" fmla="*/ 0 h 6873875"/>
              <a:gd name="connsiteX6" fmla="*/ 3982737 w 4839921"/>
              <a:gd name="connsiteY6" fmla="*/ 12700 h 6873875"/>
              <a:gd name="connsiteX7" fmla="*/ 3982737 w 4839921"/>
              <a:gd name="connsiteY7" fmla="*/ 6014111 h 6873875"/>
              <a:gd name="connsiteX8" fmla="*/ 4839188 w 4839921"/>
              <a:gd name="connsiteY8" fmla="*/ 6014111 h 6873875"/>
              <a:gd name="connsiteX9" fmla="*/ 4839921 w 4839921"/>
              <a:gd name="connsiteY9" fmla="*/ 6873875 h 6873875"/>
              <a:gd name="connsiteX10" fmla="*/ 1221 w 4839921"/>
              <a:gd name="connsiteY10" fmla="*/ 6873875 h 6873875"/>
              <a:gd name="connsiteX11" fmla="*/ 1221 w 4839921"/>
              <a:gd name="connsiteY11" fmla="*/ 0 h 6873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839921" h="6873875">
                <a:moveTo>
                  <a:pt x="3125548" y="6016337"/>
                </a:moveTo>
                <a:lnTo>
                  <a:pt x="3125548" y="6873527"/>
                </a:lnTo>
                <a:lnTo>
                  <a:pt x="3982738" y="6873527"/>
                </a:lnTo>
                <a:lnTo>
                  <a:pt x="3982738" y="6016337"/>
                </a:lnTo>
                <a:lnTo>
                  <a:pt x="3125548" y="6016337"/>
                </a:lnTo>
                <a:close/>
                <a:moveTo>
                  <a:pt x="1221" y="0"/>
                </a:moveTo>
                <a:lnTo>
                  <a:pt x="3982737" y="12700"/>
                </a:lnTo>
                <a:lnTo>
                  <a:pt x="3982737" y="6014111"/>
                </a:lnTo>
                <a:lnTo>
                  <a:pt x="4839188" y="6014111"/>
                </a:lnTo>
                <a:cubicBezTo>
                  <a:pt x="4839432" y="6300699"/>
                  <a:pt x="4839677" y="6587287"/>
                  <a:pt x="4839921" y="6873875"/>
                </a:cubicBezTo>
                <a:lnTo>
                  <a:pt x="1221" y="6873875"/>
                </a:lnTo>
                <a:cubicBezTo>
                  <a:pt x="-3012" y="5372100"/>
                  <a:pt x="5454" y="1501775"/>
                  <a:pt x="122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8000" tIns="10800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de-AT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6645CE8-4067-DDE3-A568-A5F606CAAD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35426" y="317500"/>
            <a:ext cx="4861024" cy="585788"/>
          </a:xfrm>
        </p:spPr>
        <p:txBody>
          <a:bodyPr vert="horz"/>
          <a:lstStyle>
            <a:lvl1pPr rtl="0">
              <a:defRPr>
                <a:solidFill>
                  <a:schemeClr val="accent3"/>
                </a:solidFill>
              </a:defRPr>
            </a:lvl1pPr>
          </a:lstStyle>
          <a:p>
            <a:r>
              <a:rPr lang="de-DE" dirty="0"/>
              <a:t>Summary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CE174FC-81D5-9F4C-F397-BEED629D30D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35426" y="1484313"/>
            <a:ext cx="476250" cy="476250"/>
          </a:xfrm>
          <a:solidFill>
            <a:schemeClr val="accent3"/>
          </a:solidFill>
        </p:spPr>
        <p:txBody>
          <a:bodyPr anchor="ctr"/>
          <a:lstStyle>
            <a:lvl1pPr marL="0" indent="0" algn="ctr" rtl="0"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4pPr marL="0" indent="0" algn="ctr">
              <a:buFont typeface="Arial" panose="020B0604020202020204" pitchFamily="34" charset="0"/>
              <a:buNone/>
              <a:defRPr sz="1800" baseline="0">
                <a:solidFill>
                  <a:schemeClr val="bg1"/>
                </a:solidFill>
              </a:defRPr>
            </a:lvl4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527924AB-73D4-E56F-294D-A4848674FE9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486400" y="1484313"/>
            <a:ext cx="2641600" cy="300037"/>
          </a:xfrm>
        </p:spPr>
        <p:txBody>
          <a:bodyPr anchor="t"/>
          <a:lstStyle>
            <a:lvl1pPr marL="0" indent="0" rtl="0">
              <a:buFont typeface="Arial" panose="020B0604020202020204" pitchFamily="34" charset="0"/>
              <a:buNone/>
              <a:defRPr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649FE768-A258-5141-344A-A4514AFBDC7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86400" y="1879600"/>
            <a:ext cx="2641600" cy="819150"/>
          </a:xfrm>
        </p:spPr>
        <p:txBody>
          <a:bodyPr vert="horz"/>
          <a:lstStyle>
            <a:lvl1pPr marL="177800" indent="-177800" rtl="0">
              <a:buFontTx/>
              <a:buBlip>
                <a:blip r:embed="rId5"/>
              </a:buBlip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Textplatzhalter 18">
            <a:extLst>
              <a:ext uri="{FF2B5EF4-FFF2-40B4-BE49-F238E27FC236}">
                <a16:creationId xmlns:a16="http://schemas.microsoft.com/office/drawing/2014/main" id="{AB220953-B327-86DF-6608-A4F529D0F75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86400" y="3048001"/>
            <a:ext cx="2641600" cy="300037"/>
          </a:xfrm>
        </p:spPr>
        <p:txBody>
          <a:bodyPr anchor="t"/>
          <a:lstStyle>
            <a:lvl1pPr marL="0" indent="0" rtl="0">
              <a:buFont typeface="Arial" panose="020B0604020202020204" pitchFamily="34" charset="0"/>
              <a:buNone/>
              <a:defRPr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24" name="Textplatzhalter 21">
            <a:extLst>
              <a:ext uri="{FF2B5EF4-FFF2-40B4-BE49-F238E27FC236}">
                <a16:creationId xmlns:a16="http://schemas.microsoft.com/office/drawing/2014/main" id="{53BAD4FD-B295-18F4-B8A2-2DF4F8B813F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486400" y="3443288"/>
            <a:ext cx="2641600" cy="819150"/>
          </a:xfrm>
        </p:spPr>
        <p:txBody>
          <a:bodyPr vert="horz"/>
          <a:lstStyle>
            <a:lvl1pPr marL="177800" indent="-177800" rtl="0">
              <a:buFontTx/>
              <a:buBlip>
                <a:blip r:embed="rId5"/>
              </a:buBlip>
              <a:defRPr lang="de-DE" sz="1200" dirty="0">
                <a:latin typeface="+mn-lt"/>
                <a:ea typeface="+mn-ea"/>
                <a:cs typeface="+mn-cs"/>
              </a:defRPr>
            </a:lvl1pPr>
          </a:lstStyle>
          <a:p>
            <a:pPr marL="177800" lvl="0" indent="-177800" rtl="0">
              <a:spcAft>
                <a:spcPts val="600"/>
              </a:spcAft>
              <a:buFontTx/>
              <a:buBlip>
                <a:blip r:embed="rId5"/>
              </a:buBlip>
            </a:pPr>
            <a:r>
              <a:rPr lang="de-DE" dirty="0"/>
              <a:t>Mastertextformat bearbeiten</a:t>
            </a:r>
          </a:p>
        </p:txBody>
      </p:sp>
      <p:sp>
        <p:nvSpPr>
          <p:cNvPr id="25" name="Textplatzhalter 18">
            <a:extLst>
              <a:ext uri="{FF2B5EF4-FFF2-40B4-BE49-F238E27FC236}">
                <a16:creationId xmlns:a16="http://schemas.microsoft.com/office/drawing/2014/main" id="{A3088D53-C3E2-3ADF-C480-921C16E2A2A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86400" y="4611689"/>
            <a:ext cx="2641600" cy="300037"/>
          </a:xfrm>
        </p:spPr>
        <p:txBody>
          <a:bodyPr anchor="t"/>
          <a:lstStyle>
            <a:lvl1pPr marL="0" indent="0" rtl="0">
              <a:buFont typeface="Arial" panose="020B0604020202020204" pitchFamily="34" charset="0"/>
              <a:buNone/>
              <a:defRPr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26" name="Textplatzhalter 21">
            <a:extLst>
              <a:ext uri="{FF2B5EF4-FFF2-40B4-BE49-F238E27FC236}">
                <a16:creationId xmlns:a16="http://schemas.microsoft.com/office/drawing/2014/main" id="{E20B0AE0-5A38-8235-7B95-0694EF6CC3B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486400" y="5006976"/>
            <a:ext cx="2641600" cy="819150"/>
          </a:xfrm>
        </p:spPr>
        <p:txBody>
          <a:bodyPr vert="horz"/>
          <a:lstStyle>
            <a:lvl1pPr marL="177800" indent="-177800" rtl="0">
              <a:buFontTx/>
              <a:buBlip>
                <a:blip r:embed="rId5"/>
              </a:buBlip>
              <a:defRPr lang="de-DE" sz="1200" dirty="0">
                <a:latin typeface="+mn-lt"/>
                <a:ea typeface="+mn-ea"/>
                <a:cs typeface="+mn-cs"/>
              </a:defRPr>
            </a:lvl1pPr>
          </a:lstStyle>
          <a:p>
            <a:pPr marL="177800" lvl="0" indent="-177800" rtl="0">
              <a:spcAft>
                <a:spcPts val="600"/>
              </a:spcAft>
              <a:buFontTx/>
              <a:buBlip>
                <a:blip r:embed="rId5"/>
              </a:buBlip>
            </a:pPr>
            <a:r>
              <a:rPr lang="de-DE" dirty="0"/>
              <a:t>Mastertextformat bearbeiten</a:t>
            </a:r>
          </a:p>
        </p:txBody>
      </p:sp>
      <p:sp>
        <p:nvSpPr>
          <p:cNvPr id="30" name="Textplatzhalter 18">
            <a:extLst>
              <a:ext uri="{FF2B5EF4-FFF2-40B4-BE49-F238E27FC236}">
                <a16:creationId xmlns:a16="http://schemas.microsoft.com/office/drawing/2014/main" id="{C61AAE36-0749-4112-285C-53799773CA0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215438" y="1484313"/>
            <a:ext cx="2641600" cy="300037"/>
          </a:xfrm>
        </p:spPr>
        <p:txBody>
          <a:bodyPr anchor="t"/>
          <a:lstStyle>
            <a:lvl1pPr marL="0" indent="0" rtl="0">
              <a:buFont typeface="Arial" panose="020B0604020202020204" pitchFamily="34" charset="0"/>
              <a:buNone/>
              <a:defRPr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31" name="Textplatzhalter 21">
            <a:extLst>
              <a:ext uri="{FF2B5EF4-FFF2-40B4-BE49-F238E27FC236}">
                <a16:creationId xmlns:a16="http://schemas.microsoft.com/office/drawing/2014/main" id="{93620FDD-FED9-2751-4322-80F0A5240AB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215438" y="1879600"/>
            <a:ext cx="2641600" cy="819150"/>
          </a:xfrm>
        </p:spPr>
        <p:txBody>
          <a:bodyPr vert="horz"/>
          <a:lstStyle>
            <a:lvl1pPr marL="177800" indent="-177800" rtl="0">
              <a:buFontTx/>
              <a:buBlip>
                <a:blip r:embed="rId5"/>
              </a:buBlip>
              <a:defRPr lang="de-DE" sz="1200" dirty="0">
                <a:latin typeface="+mn-lt"/>
                <a:ea typeface="+mn-ea"/>
                <a:cs typeface="+mn-cs"/>
              </a:defRPr>
            </a:lvl1pPr>
          </a:lstStyle>
          <a:p>
            <a:pPr marL="177800" lvl="0" indent="-177800" rtl="0">
              <a:spcAft>
                <a:spcPts val="600"/>
              </a:spcAft>
              <a:buFontTx/>
              <a:buBlip>
                <a:blip r:embed="rId5"/>
              </a:buBlip>
            </a:pPr>
            <a:r>
              <a:rPr lang="de-DE" dirty="0"/>
              <a:t>Mastertextformat bearbeiten</a:t>
            </a:r>
          </a:p>
        </p:txBody>
      </p:sp>
      <p:sp>
        <p:nvSpPr>
          <p:cNvPr id="32" name="Textplatzhalter 18">
            <a:extLst>
              <a:ext uri="{FF2B5EF4-FFF2-40B4-BE49-F238E27FC236}">
                <a16:creationId xmlns:a16="http://schemas.microsoft.com/office/drawing/2014/main" id="{4E431AAA-2784-5A3A-71AE-A9636C3A0EA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215438" y="3048001"/>
            <a:ext cx="2641600" cy="300037"/>
          </a:xfrm>
        </p:spPr>
        <p:txBody>
          <a:bodyPr anchor="t"/>
          <a:lstStyle>
            <a:lvl1pPr marL="0" indent="0" rtl="0">
              <a:buFont typeface="Arial" panose="020B0604020202020204" pitchFamily="34" charset="0"/>
              <a:buNone/>
              <a:defRPr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33" name="Textplatzhalter 21">
            <a:extLst>
              <a:ext uri="{FF2B5EF4-FFF2-40B4-BE49-F238E27FC236}">
                <a16:creationId xmlns:a16="http://schemas.microsoft.com/office/drawing/2014/main" id="{522A6C62-7D61-1D4D-6C69-37A3F80CF09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215438" y="3443288"/>
            <a:ext cx="2641600" cy="819150"/>
          </a:xfrm>
        </p:spPr>
        <p:txBody>
          <a:bodyPr vert="horz"/>
          <a:lstStyle>
            <a:lvl1pPr marL="177800" indent="-177800" rtl="0">
              <a:buFontTx/>
              <a:buBlip>
                <a:blip r:embed="rId5"/>
              </a:buBlip>
              <a:defRPr lang="de-DE" sz="1200" dirty="0">
                <a:latin typeface="+mn-lt"/>
                <a:ea typeface="+mn-ea"/>
                <a:cs typeface="+mn-cs"/>
              </a:defRPr>
            </a:lvl1pPr>
          </a:lstStyle>
          <a:p>
            <a:pPr marL="177800" lvl="0" indent="-177800" rtl="0">
              <a:spcAft>
                <a:spcPts val="600"/>
              </a:spcAft>
              <a:buFontTx/>
              <a:buBlip>
                <a:blip r:embed="rId5"/>
              </a:buBlip>
            </a:pPr>
            <a:r>
              <a:rPr lang="de-DE" dirty="0"/>
              <a:t>Mastertextformat bearbeiten</a:t>
            </a:r>
          </a:p>
        </p:txBody>
      </p:sp>
      <p:sp>
        <p:nvSpPr>
          <p:cNvPr id="34" name="Textplatzhalter 18">
            <a:extLst>
              <a:ext uri="{FF2B5EF4-FFF2-40B4-BE49-F238E27FC236}">
                <a16:creationId xmlns:a16="http://schemas.microsoft.com/office/drawing/2014/main" id="{DE4FE5CF-CC40-0D0D-5850-49DBAF48F0D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5438" y="4611689"/>
            <a:ext cx="2641600" cy="300037"/>
          </a:xfrm>
        </p:spPr>
        <p:txBody>
          <a:bodyPr anchor="t"/>
          <a:lstStyle>
            <a:lvl1pPr marL="0" indent="0" rtl="0">
              <a:buFont typeface="Arial" panose="020B0604020202020204" pitchFamily="34" charset="0"/>
              <a:buNone/>
              <a:defRPr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35" name="Textplatzhalter 21">
            <a:extLst>
              <a:ext uri="{FF2B5EF4-FFF2-40B4-BE49-F238E27FC236}">
                <a16:creationId xmlns:a16="http://schemas.microsoft.com/office/drawing/2014/main" id="{F38F6B7D-E873-91C3-E65C-9D3A9C09565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215438" y="5006976"/>
            <a:ext cx="2641600" cy="819150"/>
          </a:xfrm>
        </p:spPr>
        <p:txBody>
          <a:bodyPr vert="horz"/>
          <a:lstStyle>
            <a:lvl1pPr marL="177800" indent="-177800" rtl="0">
              <a:buFontTx/>
              <a:buBlip>
                <a:blip r:embed="rId5"/>
              </a:buBlip>
              <a:defRPr lang="de-DE" sz="1200" dirty="0">
                <a:latin typeface="+mn-lt"/>
                <a:ea typeface="+mn-ea"/>
                <a:cs typeface="+mn-cs"/>
              </a:defRPr>
            </a:lvl1pPr>
          </a:lstStyle>
          <a:p>
            <a:pPr marL="177800" lvl="0" indent="-177800" rtl="0">
              <a:spcAft>
                <a:spcPts val="600"/>
              </a:spcAft>
              <a:buFontTx/>
              <a:buBlip>
                <a:blip r:embed="rId5"/>
              </a:buBlip>
            </a:pPr>
            <a:r>
              <a:rPr lang="de-DE" dirty="0"/>
              <a:t>Mastertextformat bearbeiten</a:t>
            </a:r>
          </a:p>
        </p:txBody>
      </p:sp>
      <p:sp>
        <p:nvSpPr>
          <p:cNvPr id="36" name="Fußzeilenplatzhalter 15">
            <a:extLst>
              <a:ext uri="{FF2B5EF4-FFF2-40B4-BE49-F238E27FC236}">
                <a16:creationId xmlns:a16="http://schemas.microsoft.com/office/drawing/2014/main" id="{1046C3A4-41CB-B63F-4C58-1C082C046E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37" name="Foliennummernplatzhalter 16">
            <a:extLst>
              <a:ext uri="{FF2B5EF4-FFF2-40B4-BE49-F238E27FC236}">
                <a16:creationId xmlns:a16="http://schemas.microsoft.com/office/drawing/2014/main" id="{9C20BDF8-8438-DF2E-151A-AEDC09ED7C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8FBC33F2-73E2-6C18-1648-557E88B1E5B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835426" y="3048001"/>
            <a:ext cx="476250" cy="476250"/>
          </a:xfrm>
          <a:solidFill>
            <a:schemeClr val="accent3"/>
          </a:solidFill>
        </p:spPr>
        <p:txBody>
          <a:bodyPr anchor="ctr"/>
          <a:lstStyle>
            <a:lvl1pPr marL="0" indent="0" algn="ctr" rtl="0"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4pPr marL="0" indent="0" algn="ctr">
              <a:buFont typeface="Arial" panose="020B0604020202020204" pitchFamily="34" charset="0"/>
              <a:buNone/>
              <a:defRPr sz="1800" baseline="0">
                <a:solidFill>
                  <a:schemeClr val="bg1"/>
                </a:solidFill>
              </a:defRPr>
            </a:lvl4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39" name="Textplatzhalter 9">
            <a:extLst>
              <a:ext uri="{FF2B5EF4-FFF2-40B4-BE49-F238E27FC236}">
                <a16:creationId xmlns:a16="http://schemas.microsoft.com/office/drawing/2014/main" id="{FA8F46D5-BD9A-35F0-386F-30D6908BA6A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835426" y="4611689"/>
            <a:ext cx="476250" cy="476250"/>
          </a:xfrm>
          <a:solidFill>
            <a:schemeClr val="accent3"/>
          </a:solidFill>
        </p:spPr>
        <p:txBody>
          <a:bodyPr anchor="ctr"/>
          <a:lstStyle>
            <a:lvl1pPr marL="0" indent="0" algn="ctr" rtl="0"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4pPr marL="0" indent="0" algn="ctr">
              <a:buFont typeface="Arial" panose="020B0604020202020204" pitchFamily="34" charset="0"/>
              <a:buNone/>
              <a:defRPr sz="1800" baseline="0">
                <a:solidFill>
                  <a:schemeClr val="bg1"/>
                </a:solidFill>
              </a:defRPr>
            </a:lvl4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40" name="Textplatzhalter 9">
            <a:extLst>
              <a:ext uri="{FF2B5EF4-FFF2-40B4-BE49-F238E27FC236}">
                <a16:creationId xmlns:a16="http://schemas.microsoft.com/office/drawing/2014/main" id="{0E004FC7-FC99-1C1A-6664-1A2F1528CA9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569226" y="1484313"/>
            <a:ext cx="476250" cy="476250"/>
          </a:xfrm>
          <a:solidFill>
            <a:schemeClr val="accent3"/>
          </a:solidFill>
        </p:spPr>
        <p:txBody>
          <a:bodyPr anchor="ctr"/>
          <a:lstStyle>
            <a:lvl1pPr marL="0" indent="0" algn="ctr" rtl="0"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4pPr marL="0" indent="0" algn="ctr">
              <a:buFont typeface="Arial" panose="020B0604020202020204" pitchFamily="34" charset="0"/>
              <a:buNone/>
              <a:defRPr sz="1800" baseline="0">
                <a:solidFill>
                  <a:schemeClr val="bg1"/>
                </a:solidFill>
              </a:defRPr>
            </a:lvl4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41" name="Textplatzhalter 9">
            <a:extLst>
              <a:ext uri="{FF2B5EF4-FFF2-40B4-BE49-F238E27FC236}">
                <a16:creationId xmlns:a16="http://schemas.microsoft.com/office/drawing/2014/main" id="{B18677F0-9F2A-0539-C4FA-504DCAAD6D4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569226" y="3048001"/>
            <a:ext cx="476250" cy="476250"/>
          </a:xfrm>
          <a:solidFill>
            <a:schemeClr val="accent3"/>
          </a:solidFill>
        </p:spPr>
        <p:txBody>
          <a:bodyPr anchor="ctr"/>
          <a:lstStyle>
            <a:lvl1pPr marL="0" indent="0" algn="ctr" rtl="0"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4pPr marL="0" indent="0" algn="ctr">
              <a:buFont typeface="Arial" panose="020B0604020202020204" pitchFamily="34" charset="0"/>
              <a:buNone/>
              <a:defRPr sz="1800" baseline="0">
                <a:solidFill>
                  <a:schemeClr val="bg1"/>
                </a:solidFill>
              </a:defRPr>
            </a:lvl4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42" name="Textplatzhalter 9">
            <a:extLst>
              <a:ext uri="{FF2B5EF4-FFF2-40B4-BE49-F238E27FC236}">
                <a16:creationId xmlns:a16="http://schemas.microsoft.com/office/drawing/2014/main" id="{81A0347C-FD1C-C057-F37D-1ED031B4176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569226" y="4611689"/>
            <a:ext cx="476250" cy="476250"/>
          </a:xfrm>
          <a:solidFill>
            <a:schemeClr val="accent3"/>
          </a:solidFill>
        </p:spPr>
        <p:txBody>
          <a:bodyPr anchor="ctr"/>
          <a:lstStyle>
            <a:lvl1pPr marL="0" indent="0" algn="ctr" rtl="0"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4pPr marL="0" indent="0" algn="ctr">
              <a:buFont typeface="Arial" panose="020B0604020202020204" pitchFamily="34" charset="0"/>
              <a:buNone/>
              <a:defRPr sz="1800" baseline="0">
                <a:solidFill>
                  <a:schemeClr val="bg1"/>
                </a:solidFill>
              </a:defRPr>
            </a:lvl4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5" name="Textplatzhalter 12">
            <a:extLst>
              <a:ext uri="{FF2B5EF4-FFF2-40B4-BE49-F238E27FC236}">
                <a16:creationId xmlns:a16="http://schemas.microsoft.com/office/drawing/2014/main" id="{644C012E-7879-6FC4-8F52-341B02B291D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6400" y="6308725"/>
            <a:ext cx="6370638" cy="252413"/>
          </a:xfrm>
        </p:spPr>
        <p:txBody>
          <a:bodyPr anchor="ctr"/>
          <a:lstStyle>
            <a:lvl1pPr marL="0" indent="0" rtl="0">
              <a:spcAft>
                <a:spcPts val="0"/>
              </a:spcAft>
              <a:buNone/>
              <a:defRPr sz="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  <p:pic>
        <p:nvPicPr>
          <p:cNvPr id="6" name="Grafik 5" descr="Ein Bild, das Text, Schrift, Symbol, Logo enthält.&#10;&#10;Automatisch generierte Beschreibung">
            <a:extLst>
              <a:ext uri="{FF2B5EF4-FFF2-40B4-BE49-F238E27FC236}">
                <a16:creationId xmlns:a16="http://schemas.microsoft.com/office/drawing/2014/main" id="{E54B4815-86C1-573A-F87C-D9A3AA3B3E3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174" y="383229"/>
            <a:ext cx="2010258" cy="61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5582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+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69E644ED-EDB8-E02A-CAE3-D36616B83ED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59637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9E644ED-EDB8-E02A-CAE3-D36616B83E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9">
            <a:extLst>
              <a:ext uri="{FF2B5EF4-FFF2-40B4-BE49-F238E27FC236}">
                <a16:creationId xmlns:a16="http://schemas.microsoft.com/office/drawing/2014/main" id="{3E5B4770-404F-075E-82DC-397DA37CDCF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1" y="2352675"/>
            <a:ext cx="6000750" cy="4505325"/>
          </a:xfrm>
          <a:custGeom>
            <a:avLst/>
            <a:gdLst>
              <a:gd name="connsiteX0" fmla="*/ 4286377 w 6000750"/>
              <a:gd name="connsiteY0" fmla="*/ 3647787 h 4505325"/>
              <a:gd name="connsiteX1" fmla="*/ 4286377 w 6000750"/>
              <a:gd name="connsiteY1" fmla="*/ 4504977 h 4505325"/>
              <a:gd name="connsiteX2" fmla="*/ 5143567 w 6000750"/>
              <a:gd name="connsiteY2" fmla="*/ 4504977 h 4505325"/>
              <a:gd name="connsiteX3" fmla="*/ 5143567 w 6000750"/>
              <a:gd name="connsiteY3" fmla="*/ 3647787 h 4505325"/>
              <a:gd name="connsiteX4" fmla="*/ 0 w 6000750"/>
              <a:gd name="connsiteY4" fmla="*/ 0 h 4505325"/>
              <a:gd name="connsiteX5" fmla="*/ 5143566 w 6000750"/>
              <a:gd name="connsiteY5" fmla="*/ 0 h 4505325"/>
              <a:gd name="connsiteX6" fmla="*/ 5143566 w 6000750"/>
              <a:gd name="connsiteY6" fmla="*/ 3645561 h 4505325"/>
              <a:gd name="connsiteX7" fmla="*/ 6000017 w 6000750"/>
              <a:gd name="connsiteY7" fmla="*/ 3645561 h 4505325"/>
              <a:gd name="connsiteX8" fmla="*/ 6000017 w 6000750"/>
              <a:gd name="connsiteY8" fmla="*/ 0 h 4505325"/>
              <a:gd name="connsiteX9" fmla="*/ 6000750 w 6000750"/>
              <a:gd name="connsiteY9" fmla="*/ 0 h 4505325"/>
              <a:gd name="connsiteX10" fmla="*/ 6000750 w 6000750"/>
              <a:gd name="connsiteY10" fmla="*/ 4505325 h 4505325"/>
              <a:gd name="connsiteX11" fmla="*/ 0 w 6000750"/>
              <a:gd name="connsiteY11" fmla="*/ 4505325 h 4505325"/>
              <a:gd name="connsiteX0" fmla="*/ 4286377 w 6000750"/>
              <a:gd name="connsiteY0" fmla="*/ 3647787 h 4505325"/>
              <a:gd name="connsiteX1" fmla="*/ 4286377 w 6000750"/>
              <a:gd name="connsiteY1" fmla="*/ 4504977 h 4505325"/>
              <a:gd name="connsiteX2" fmla="*/ 5143567 w 6000750"/>
              <a:gd name="connsiteY2" fmla="*/ 4504977 h 4505325"/>
              <a:gd name="connsiteX3" fmla="*/ 5143567 w 6000750"/>
              <a:gd name="connsiteY3" fmla="*/ 3647787 h 4505325"/>
              <a:gd name="connsiteX4" fmla="*/ 4286377 w 6000750"/>
              <a:gd name="connsiteY4" fmla="*/ 3647787 h 4505325"/>
              <a:gd name="connsiteX5" fmla="*/ 0 w 6000750"/>
              <a:gd name="connsiteY5" fmla="*/ 0 h 4505325"/>
              <a:gd name="connsiteX6" fmla="*/ 5143566 w 6000750"/>
              <a:gd name="connsiteY6" fmla="*/ 0 h 4505325"/>
              <a:gd name="connsiteX7" fmla="*/ 5143566 w 6000750"/>
              <a:gd name="connsiteY7" fmla="*/ 3645561 h 4505325"/>
              <a:gd name="connsiteX8" fmla="*/ 6000017 w 6000750"/>
              <a:gd name="connsiteY8" fmla="*/ 3645561 h 4505325"/>
              <a:gd name="connsiteX9" fmla="*/ 6000017 w 6000750"/>
              <a:gd name="connsiteY9" fmla="*/ 0 h 4505325"/>
              <a:gd name="connsiteX10" fmla="*/ 6000750 w 6000750"/>
              <a:gd name="connsiteY10" fmla="*/ 4505325 h 4505325"/>
              <a:gd name="connsiteX11" fmla="*/ 0 w 6000750"/>
              <a:gd name="connsiteY11" fmla="*/ 4505325 h 4505325"/>
              <a:gd name="connsiteX12" fmla="*/ 0 w 6000750"/>
              <a:gd name="connsiteY12" fmla="*/ 0 h 4505325"/>
              <a:gd name="connsiteX0" fmla="*/ 4286377 w 6000750"/>
              <a:gd name="connsiteY0" fmla="*/ 3647787 h 4505325"/>
              <a:gd name="connsiteX1" fmla="*/ 4286377 w 6000750"/>
              <a:gd name="connsiteY1" fmla="*/ 4504977 h 4505325"/>
              <a:gd name="connsiteX2" fmla="*/ 5143567 w 6000750"/>
              <a:gd name="connsiteY2" fmla="*/ 4504977 h 4505325"/>
              <a:gd name="connsiteX3" fmla="*/ 5143567 w 6000750"/>
              <a:gd name="connsiteY3" fmla="*/ 3647787 h 4505325"/>
              <a:gd name="connsiteX4" fmla="*/ 4286377 w 6000750"/>
              <a:gd name="connsiteY4" fmla="*/ 3647787 h 4505325"/>
              <a:gd name="connsiteX5" fmla="*/ 0 w 6000750"/>
              <a:gd name="connsiteY5" fmla="*/ 0 h 4505325"/>
              <a:gd name="connsiteX6" fmla="*/ 5143566 w 6000750"/>
              <a:gd name="connsiteY6" fmla="*/ 0 h 4505325"/>
              <a:gd name="connsiteX7" fmla="*/ 5143566 w 6000750"/>
              <a:gd name="connsiteY7" fmla="*/ 3645561 h 4505325"/>
              <a:gd name="connsiteX8" fmla="*/ 6000017 w 6000750"/>
              <a:gd name="connsiteY8" fmla="*/ 3645561 h 4505325"/>
              <a:gd name="connsiteX9" fmla="*/ 6000750 w 6000750"/>
              <a:gd name="connsiteY9" fmla="*/ 4505325 h 4505325"/>
              <a:gd name="connsiteX10" fmla="*/ 0 w 6000750"/>
              <a:gd name="connsiteY10" fmla="*/ 4505325 h 4505325"/>
              <a:gd name="connsiteX11" fmla="*/ 0 w 6000750"/>
              <a:gd name="connsiteY11" fmla="*/ 0 h 4505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000750" h="4505325">
                <a:moveTo>
                  <a:pt x="4286377" y="3647787"/>
                </a:moveTo>
                <a:lnTo>
                  <a:pt x="4286377" y="4504977"/>
                </a:lnTo>
                <a:lnTo>
                  <a:pt x="5143567" y="4504977"/>
                </a:lnTo>
                <a:lnTo>
                  <a:pt x="5143567" y="3647787"/>
                </a:lnTo>
                <a:lnTo>
                  <a:pt x="4286377" y="3647787"/>
                </a:lnTo>
                <a:close/>
                <a:moveTo>
                  <a:pt x="0" y="0"/>
                </a:moveTo>
                <a:lnTo>
                  <a:pt x="5143566" y="0"/>
                </a:lnTo>
                <a:lnTo>
                  <a:pt x="5143566" y="3645561"/>
                </a:lnTo>
                <a:lnTo>
                  <a:pt x="6000017" y="3645561"/>
                </a:lnTo>
                <a:cubicBezTo>
                  <a:pt x="6000261" y="3932149"/>
                  <a:pt x="6000506" y="4218737"/>
                  <a:pt x="6000750" y="4505325"/>
                </a:cubicBez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8000" tIns="10800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de-AT"/>
          </a:p>
        </p:txBody>
      </p:sp>
      <p:sp>
        <p:nvSpPr>
          <p:cNvPr id="3" name="Balken 1">
            <a:extLst>
              <a:ext uri="{FF2B5EF4-FFF2-40B4-BE49-F238E27FC236}">
                <a16:creationId xmlns:a16="http://schemas.microsoft.com/office/drawing/2014/main" id="{583AD794-3BF0-2F16-F1CD-1E7CB3921F19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5143308" cy="2381239"/>
          </a:xfrm>
          <a:custGeom>
            <a:avLst/>
            <a:gdLst/>
            <a:ahLst/>
            <a:cxnLst/>
            <a:rect l="l" t="t" r="r" b="b"/>
            <a:pathLst>
              <a:path w="8481695" h="3926840">
                <a:moveTo>
                  <a:pt x="8481417" y="0"/>
                </a:moveTo>
                <a:lnTo>
                  <a:pt x="0" y="0"/>
                </a:lnTo>
                <a:lnTo>
                  <a:pt x="0" y="3926582"/>
                </a:lnTo>
                <a:lnTo>
                  <a:pt x="8481417" y="3926582"/>
                </a:lnTo>
                <a:lnTo>
                  <a:pt x="8481417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>
            <a:noAutofit/>
          </a:bodyPr>
          <a:lstStyle/>
          <a:p>
            <a:pPr rtl="0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32967C4-01DC-89A2-49E9-C3648E669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89200"/>
            <a:ext cx="4046237" cy="769441"/>
          </a:xfrm>
          <a:prstGeom prst="rect">
            <a:avLst/>
          </a:prstGeom>
        </p:spPr>
        <p:txBody>
          <a:bodyPr vert="horz">
            <a:noAutofit/>
          </a:bodyPr>
          <a:lstStyle>
            <a:lvl1pPr rtl="0">
              <a:defRPr sz="2500" b="1" spc="-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Textplatzhalter 1">
            <a:extLst>
              <a:ext uri="{FF2B5EF4-FFF2-40B4-BE49-F238E27FC236}">
                <a16:creationId xmlns:a16="http://schemas.microsoft.com/office/drawing/2014/main" id="{26221355-5A60-4666-2E77-6B2EDB2406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0439" y="381000"/>
            <a:ext cx="4046237" cy="246221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 rtl="0">
              <a:defRPr sz="1600">
                <a:solidFill>
                  <a:schemeClr val="bg1"/>
                </a:solidFill>
              </a:defRPr>
            </a:lvl5pPr>
          </a:lstStyle>
          <a:p>
            <a:pPr lvl="4"/>
            <a:r>
              <a:rPr lang="de-DE" dirty="0"/>
              <a:t>Mastertextformat bearbeiten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336B2D58-07A2-D54E-9C27-01102154F6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950" y="909696"/>
            <a:ext cx="5257592" cy="1024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rtl="0">
              <a:buFont typeface="Arial" panose="020B0604020202020204" pitchFamily="34" charset="0"/>
              <a:buNone/>
              <a:defRPr sz="2490" b="1" spc="-30" baseline="0">
                <a:solidFill>
                  <a:schemeClr val="accent3"/>
                </a:solidFill>
              </a:defRPr>
            </a:lvl1pPr>
            <a:lvl2pPr marL="0" indent="-180000" rtl="0">
              <a:spcBef>
                <a:spcPts val="180"/>
              </a:spcBef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580" spc="-10" baseline="0"/>
            </a:lvl2pPr>
            <a:lvl3pPr>
              <a:defRPr sz="1580"/>
            </a:lvl3pPr>
            <a:lvl4pPr>
              <a:defRPr sz="1580"/>
            </a:lvl4pPr>
            <a:lvl5pPr>
              <a:defRPr sz="1580"/>
            </a:lvl5pPr>
          </a:lstStyle>
          <a:p>
            <a:pPr lvl="0"/>
            <a:r>
              <a:rPr lang="de-DE" dirty="0"/>
              <a:t>Erste + Zweite Ebene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D6A96B82-A60A-984E-563D-79CEE8CAC4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950" y="2474902"/>
            <a:ext cx="5257592" cy="1024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rtl="0">
              <a:buFont typeface="Arial" panose="020B0604020202020204" pitchFamily="34" charset="0"/>
              <a:buNone/>
              <a:defRPr sz="2490" b="1" spc="-30" baseline="0">
                <a:solidFill>
                  <a:schemeClr val="accent3"/>
                </a:solidFill>
              </a:defRPr>
            </a:lvl1pPr>
            <a:lvl2pPr marL="0" indent="-180000" rtl="0">
              <a:spcBef>
                <a:spcPts val="180"/>
              </a:spcBef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580" spc="-10" baseline="0"/>
            </a:lvl2pPr>
            <a:lvl3pPr>
              <a:defRPr sz="1580"/>
            </a:lvl3pPr>
            <a:lvl4pPr>
              <a:defRPr sz="1580"/>
            </a:lvl4pPr>
            <a:lvl5pPr>
              <a:defRPr sz="1580"/>
            </a:lvl5pPr>
          </a:lstStyle>
          <a:p>
            <a:pPr lvl="0"/>
            <a:r>
              <a:rPr lang="de-DE" dirty="0"/>
              <a:t>Erste + Zweite Ebene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E1F1EBF1-7FB9-51CD-CB2D-86BA64330F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88950" y="4040108"/>
            <a:ext cx="5257592" cy="1024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rtl="0">
              <a:buFont typeface="Arial" panose="020B0604020202020204" pitchFamily="34" charset="0"/>
              <a:buNone/>
              <a:defRPr sz="2490" b="1" spc="-30" baseline="0">
                <a:solidFill>
                  <a:schemeClr val="accent3"/>
                </a:solidFill>
              </a:defRPr>
            </a:lvl1pPr>
            <a:lvl2pPr marL="0" indent="-180000" rtl="0">
              <a:spcBef>
                <a:spcPts val="180"/>
              </a:spcBef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580" spc="-10" baseline="0"/>
            </a:lvl2pPr>
            <a:lvl3pPr>
              <a:defRPr sz="1580"/>
            </a:lvl3pPr>
            <a:lvl4pPr>
              <a:defRPr sz="1580"/>
            </a:lvl4pPr>
            <a:lvl5pPr>
              <a:defRPr sz="1580"/>
            </a:lvl5pPr>
          </a:lstStyle>
          <a:p>
            <a:pPr lvl="0"/>
            <a:r>
              <a:rPr lang="de-DE" dirty="0"/>
              <a:t>Erste + Zweite Ebene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12" name="Bildplatzhalter 1">
            <a:extLst>
              <a:ext uri="{FF2B5EF4-FFF2-40B4-BE49-F238E27FC236}">
                <a16:creationId xmlns:a16="http://schemas.microsoft.com/office/drawing/2014/main" id="{C7899F09-81A9-8C66-11CD-330DAE7CBE9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38901" y="909696"/>
            <a:ext cx="486000" cy="486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 sz="1400"/>
            </a:lvl1pPr>
          </a:lstStyle>
          <a:p>
            <a:r>
              <a:rPr lang="de-DE"/>
              <a:t>Icon</a:t>
            </a:r>
            <a:endParaRPr lang="de-DE" dirty="0"/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44219EC2-43E8-7B2D-291F-CDDDB80DBE9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38901" y="2474902"/>
            <a:ext cx="486000" cy="486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 sz="1400"/>
            </a:lvl1pPr>
          </a:lstStyle>
          <a:p>
            <a:r>
              <a:rPr lang="de-DE"/>
              <a:t>Icon</a:t>
            </a:r>
            <a:endParaRPr lang="de-DE" dirty="0"/>
          </a:p>
        </p:txBody>
      </p:sp>
      <p:sp>
        <p:nvSpPr>
          <p:cNvPr id="14" name="Bildplatzhalter 3">
            <a:extLst>
              <a:ext uri="{FF2B5EF4-FFF2-40B4-BE49-F238E27FC236}">
                <a16:creationId xmlns:a16="http://schemas.microsoft.com/office/drawing/2014/main" id="{84590C23-C663-CE8A-D6D1-9E0A9E866D7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838901" y="4040108"/>
            <a:ext cx="486000" cy="486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 sz="1400"/>
            </a:lvl1pPr>
          </a:lstStyle>
          <a:p>
            <a:r>
              <a:rPr lang="de-DE"/>
              <a:t>Icon</a:t>
            </a:r>
            <a:endParaRPr lang="de-DE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A99D42B1-A6AB-6FE7-0B32-D1270E5B0C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8EC8A7D6-4FB3-C212-0580-FC28C4A54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Textplatzhalter 12">
            <a:extLst>
              <a:ext uri="{FF2B5EF4-FFF2-40B4-BE49-F238E27FC236}">
                <a16:creationId xmlns:a16="http://schemas.microsoft.com/office/drawing/2014/main" id="{0AD8A561-1B59-6558-A269-881D8F3F83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01830" y="6308725"/>
            <a:ext cx="5257592" cy="252413"/>
          </a:xfrm>
        </p:spPr>
        <p:txBody>
          <a:bodyPr anchor="ctr"/>
          <a:lstStyle>
            <a:lvl1pPr marL="0" indent="0" rtl="0">
              <a:spcAft>
                <a:spcPts val="0"/>
              </a:spcAft>
              <a:buNone/>
              <a:defRPr sz="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  <p:pic>
        <p:nvPicPr>
          <p:cNvPr id="5" name="Grafik 4" descr="Ein Bild, das Text, Schrift, Symbol, Logo enthält.&#10;&#10;Automatisch generierte Beschreibung">
            <a:extLst>
              <a:ext uri="{FF2B5EF4-FFF2-40B4-BE49-F238E27FC236}">
                <a16:creationId xmlns:a16="http://schemas.microsoft.com/office/drawing/2014/main" id="{85DF4D13-18B8-3852-BD3E-69BD320A033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174" y="5675043"/>
            <a:ext cx="2010258" cy="61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7254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+ Aufzählung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CD10A994-2D4C-C8F3-6982-FFBC018935A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481376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10A994-2D4C-C8F3-6982-FFBC018935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Bildplatzhalter">
            <a:extLst>
              <a:ext uri="{FF2B5EF4-FFF2-40B4-BE49-F238E27FC236}">
                <a16:creationId xmlns:a16="http://schemas.microsoft.com/office/drawing/2014/main" id="{D627C073-3AC9-4758-F7D1-9BF94962ED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20800" y="0"/>
            <a:ext cx="4471200" cy="4114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/>
            </a:lvl1pPr>
          </a:lstStyle>
          <a:p>
            <a:endParaRPr lang="de-AT"/>
          </a:p>
        </p:txBody>
      </p:sp>
      <p:sp>
        <p:nvSpPr>
          <p:cNvPr id="10" name="Balken">
            <a:extLst>
              <a:ext uri="{FF2B5EF4-FFF2-40B4-BE49-F238E27FC236}">
                <a16:creationId xmlns:a16="http://schemas.microsoft.com/office/drawing/2014/main" id="{BA1181D0-ACA7-6E78-09B6-B1ABF137394F}"/>
              </a:ext>
            </a:extLst>
          </p:cNvPr>
          <p:cNvSpPr/>
          <p:nvPr userDrawn="1"/>
        </p:nvSpPr>
        <p:spPr>
          <a:xfrm>
            <a:off x="7721785" y="4025850"/>
            <a:ext cx="4470215" cy="2832150"/>
          </a:xfrm>
          <a:custGeom>
            <a:avLst/>
            <a:gdLst/>
            <a:ahLst/>
            <a:cxnLst/>
            <a:rect l="l" t="t" r="r" b="b"/>
            <a:pathLst>
              <a:path w="7371715" h="4670425">
                <a:moveTo>
                  <a:pt x="7371503" y="0"/>
                </a:moveTo>
                <a:lnTo>
                  <a:pt x="0" y="0"/>
                </a:lnTo>
                <a:lnTo>
                  <a:pt x="0" y="4670014"/>
                </a:lnTo>
                <a:lnTo>
                  <a:pt x="7371503" y="4670014"/>
                </a:lnTo>
                <a:lnTo>
                  <a:pt x="7371503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4" name="Textplatzhalter 1">
            <a:extLst>
              <a:ext uri="{FF2B5EF4-FFF2-40B4-BE49-F238E27FC236}">
                <a16:creationId xmlns:a16="http://schemas.microsoft.com/office/drawing/2014/main" id="{5C6E65FD-579D-7166-F932-DCA3265811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963" y="360000"/>
            <a:ext cx="6941878" cy="266227"/>
          </a:xfrm>
          <a:prstGeom prst="rect">
            <a:avLst/>
          </a:prstGeom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 sz="1600" b="0" spc="-40" baseline="0">
                <a:solidFill>
                  <a:schemeClr val="accent3"/>
                </a:solidFill>
              </a:defRPr>
            </a:lvl1pPr>
            <a:lvl2pPr>
              <a:defRPr sz="1730"/>
            </a:lvl2pPr>
            <a:lvl3pPr>
              <a:defRPr sz="1730"/>
            </a:lvl3pPr>
            <a:lvl4pPr>
              <a:defRPr sz="1730"/>
            </a:lvl4pPr>
            <a:lvl5pPr>
              <a:defRPr sz="1730"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3562F5E-AE77-A887-38FC-AB47CD952F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63" y="5360400"/>
            <a:ext cx="6946273" cy="639214"/>
          </a:xfrm>
          <a:prstGeom prst="rect">
            <a:avLst/>
          </a:prstGeom>
        </p:spPr>
        <p:txBody>
          <a:bodyPr/>
          <a:lstStyle>
            <a:lvl1pPr marL="0" indent="0" rtl="0">
              <a:spcAft>
                <a:spcPts val="200"/>
              </a:spcAft>
              <a:buFont typeface="Arial" panose="020B0604020202020204" pitchFamily="34" charset="0"/>
              <a:buNone/>
              <a:defRPr sz="2490" b="1" spc="-10" baseline="0">
                <a:solidFill>
                  <a:schemeClr val="accent3"/>
                </a:solidFill>
              </a:defRPr>
            </a:lvl1pPr>
            <a:lvl2pPr marL="285750" indent="-285750" algn="l" rtl="0">
              <a:lnSpc>
                <a:spcPct val="101000"/>
              </a:lnSpc>
              <a:buFont typeface="Arial" panose="020B0604020202020204" pitchFamily="34" charset="0"/>
              <a:buChar char="•"/>
              <a:defRPr sz="1580" spc="-20" baseline="0"/>
            </a:lvl2pPr>
          </a:lstStyle>
          <a:p>
            <a:pPr lvl="0"/>
            <a:r>
              <a:rPr lang="de-DE" dirty="0"/>
              <a:t>Erste + zweite Ebene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1A93C45-D2BE-689D-6234-1098F3A1D1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46800" y="5067584"/>
            <a:ext cx="3710238" cy="1241141"/>
          </a:xfrm>
          <a:prstGeom prst="rect">
            <a:avLst/>
          </a:prstGeom>
        </p:spPr>
        <p:txBody>
          <a:bodyPr/>
          <a:lstStyle>
            <a:lvl1pPr marL="0" indent="0" rtl="0">
              <a:lnSpc>
                <a:spcPct val="101000"/>
              </a:lnSpc>
              <a:buFont typeface="Arial" panose="020B0604020202020204" pitchFamily="34" charset="0"/>
              <a:buNone/>
              <a:defRPr sz="1580" spc="-20" baseline="0">
                <a:solidFill>
                  <a:schemeClr val="bg1"/>
                </a:solidFill>
              </a:defRPr>
            </a:lvl1pPr>
            <a:lvl2pPr marL="0" indent="0" rtl="0">
              <a:buNone/>
              <a:defRPr sz="1580"/>
            </a:lvl2pPr>
            <a:lvl3pPr>
              <a:defRPr sz="1580"/>
            </a:lvl3pPr>
            <a:lvl4pPr>
              <a:defRPr sz="1580"/>
            </a:lvl4pPr>
            <a:lvl5pPr>
              <a:defRPr sz="158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endParaRPr lang="de-DE" dirty="0"/>
          </a:p>
        </p:txBody>
      </p:sp>
      <p:graphicFrame>
        <p:nvGraphicFramePr>
          <p:cNvPr id="14" name="Tabelle">
            <a:extLst>
              <a:ext uri="{FF2B5EF4-FFF2-40B4-BE49-F238E27FC236}">
                <a16:creationId xmlns:a16="http://schemas.microsoft.com/office/drawing/2014/main" id="{A1C0D427-A119-4D8C-0DB4-5A001FCB9E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504743598"/>
              </p:ext>
            </p:extLst>
          </p:nvPr>
        </p:nvGraphicFramePr>
        <p:xfrm>
          <a:off x="334963" y="2792076"/>
          <a:ext cx="6942137" cy="214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42137">
                  <a:extLst>
                    <a:ext uri="{9D8B030D-6E8A-4147-A177-3AD203B41FA5}">
                      <a16:colId xmlns:a16="http://schemas.microsoft.com/office/drawing/2014/main" val="3435462216"/>
                    </a:ext>
                  </a:extLst>
                </a:gridCol>
              </a:tblGrid>
              <a:tr h="428400">
                <a:tc>
                  <a:txBody>
                    <a:bodyPr/>
                    <a:lstStyle/>
                    <a:p>
                      <a:pPr algn="l" rtl="0"/>
                      <a:endParaRPr lang="de-DE" sz="1580" dirty="0">
                        <a:solidFill>
                          <a:schemeClr val="tx1"/>
                        </a:solidFill>
                      </a:endParaRPr>
                    </a:p>
                  </a:txBody>
                  <a:tcPr marL="18720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67909192"/>
                  </a:ext>
                </a:extLst>
              </a:tr>
              <a:tr h="428400">
                <a:tc>
                  <a:txBody>
                    <a:bodyPr/>
                    <a:lstStyle/>
                    <a:p>
                      <a:pPr algn="l" rtl="0"/>
                      <a:endParaRPr lang="de-DE" sz="1580" dirty="0">
                        <a:solidFill>
                          <a:schemeClr val="tx1"/>
                        </a:solidFill>
                      </a:endParaRPr>
                    </a:p>
                  </a:txBody>
                  <a:tcPr marL="18720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4989411"/>
                  </a:ext>
                </a:extLst>
              </a:tr>
              <a:tr h="428400">
                <a:tc>
                  <a:txBody>
                    <a:bodyPr/>
                    <a:lstStyle/>
                    <a:p>
                      <a:pPr algn="l" rtl="0"/>
                      <a:endParaRPr lang="de-DE" sz="1580" dirty="0">
                        <a:solidFill>
                          <a:schemeClr val="tx1"/>
                        </a:solidFill>
                      </a:endParaRPr>
                    </a:p>
                  </a:txBody>
                  <a:tcPr marL="18720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310207"/>
                  </a:ext>
                </a:extLst>
              </a:tr>
              <a:tr h="428400">
                <a:tc>
                  <a:txBody>
                    <a:bodyPr/>
                    <a:lstStyle/>
                    <a:p>
                      <a:pPr algn="l" rtl="0"/>
                      <a:endParaRPr lang="de-DE" sz="1580" dirty="0">
                        <a:solidFill>
                          <a:schemeClr val="tx1"/>
                        </a:solidFill>
                      </a:endParaRPr>
                    </a:p>
                  </a:txBody>
                  <a:tcPr marL="18720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5092869"/>
                  </a:ext>
                </a:extLst>
              </a:tr>
              <a:tr h="428400">
                <a:tc>
                  <a:txBody>
                    <a:bodyPr/>
                    <a:lstStyle/>
                    <a:p>
                      <a:pPr algn="l" rtl="0"/>
                      <a:endParaRPr lang="de-DE" sz="1580" dirty="0">
                        <a:solidFill>
                          <a:schemeClr val="tx1"/>
                        </a:solidFill>
                      </a:endParaRPr>
                    </a:p>
                  </a:txBody>
                  <a:tcPr marL="18720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0668927"/>
                  </a:ext>
                </a:extLst>
              </a:tr>
            </a:tbl>
          </a:graphicData>
        </a:graphic>
      </p:graphicFrame>
      <p:pic>
        <p:nvPicPr>
          <p:cNvPr id="15" name="Icon">
            <a:extLst>
              <a:ext uri="{FF2B5EF4-FFF2-40B4-BE49-F238E27FC236}">
                <a16:creationId xmlns:a16="http://schemas.microsoft.com/office/drawing/2014/main" id="{CA15AA07-A106-14D0-75C3-C18B0A6E5AF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1400" y="4240994"/>
            <a:ext cx="648000" cy="648000"/>
          </a:xfrm>
          <a:prstGeom prst="rect">
            <a:avLst/>
          </a:prstGeom>
        </p:spPr>
      </p:pic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073B9922-6D27-6ECB-07DF-FBBC7F3CAD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571" y="2884465"/>
            <a:ext cx="6942609" cy="243143"/>
          </a:xfrm>
          <a:prstGeom prst="rect">
            <a:avLst/>
          </a:prstGeom>
        </p:spPr>
        <p:txBody>
          <a:bodyPr/>
          <a:lstStyle>
            <a:lvl1pPr marL="266700" indent="-266700" rtl="0">
              <a:buFontTx/>
              <a:buBlip>
                <a:blip r:embed="rId7"/>
              </a:buBlip>
              <a:defRPr sz="1580">
                <a:latin typeface="+mn-lt"/>
              </a:defRPr>
            </a:lvl1pPr>
          </a:lstStyle>
          <a:p>
            <a:pPr lvl="0"/>
            <a:r>
              <a:rPr lang="de-DE" dirty="0"/>
              <a:t>Aufzählung</a:t>
            </a:r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FA30B8B6-0E15-3521-C784-42E734B035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571" y="3307304"/>
            <a:ext cx="6942609" cy="243143"/>
          </a:xfrm>
          <a:prstGeom prst="rect">
            <a:avLst/>
          </a:prstGeom>
        </p:spPr>
        <p:txBody>
          <a:bodyPr/>
          <a:lstStyle>
            <a:lvl1pPr marL="266700" indent="-266700" rtl="0">
              <a:buFontTx/>
              <a:buBlip>
                <a:blip r:embed="rId7"/>
              </a:buBlip>
              <a:defRPr lang="de-DE" sz="1580" dirty="0">
                <a:latin typeface="+mn-lt"/>
                <a:ea typeface="+mn-ea"/>
                <a:cs typeface="+mn-cs"/>
              </a:defRPr>
            </a:lvl1pPr>
          </a:lstStyle>
          <a:p>
            <a:pPr marL="266700" lvl="0" indent="-266700" rtl="0">
              <a:spcAft>
                <a:spcPts val="600"/>
              </a:spcAft>
              <a:buFontTx/>
              <a:buBlip>
                <a:blip r:embed="rId7"/>
              </a:buBlip>
            </a:pPr>
            <a:r>
              <a:rPr lang="de-DE" dirty="0"/>
              <a:t>Aufzählung</a:t>
            </a:r>
          </a:p>
        </p:txBody>
      </p:sp>
      <p:sp>
        <p:nvSpPr>
          <p:cNvPr id="19" name="Textplatzhalter 16">
            <a:extLst>
              <a:ext uri="{FF2B5EF4-FFF2-40B4-BE49-F238E27FC236}">
                <a16:creationId xmlns:a16="http://schemas.microsoft.com/office/drawing/2014/main" id="{A20BFD24-7D7B-3531-ADE7-338B8E0150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571" y="3739273"/>
            <a:ext cx="6942609" cy="243143"/>
          </a:xfrm>
          <a:prstGeom prst="rect">
            <a:avLst/>
          </a:prstGeom>
        </p:spPr>
        <p:txBody>
          <a:bodyPr/>
          <a:lstStyle>
            <a:lvl1pPr marL="266700" indent="-266700" rtl="0">
              <a:buFontTx/>
              <a:buBlip>
                <a:blip r:embed="rId7"/>
              </a:buBlip>
              <a:defRPr lang="de-DE" sz="1580" dirty="0">
                <a:latin typeface="+mn-lt"/>
                <a:ea typeface="+mn-ea"/>
                <a:cs typeface="+mn-cs"/>
              </a:defRPr>
            </a:lvl1pPr>
          </a:lstStyle>
          <a:p>
            <a:pPr marL="266700" lvl="0" indent="-266700" rtl="0">
              <a:spcAft>
                <a:spcPts val="600"/>
              </a:spcAft>
              <a:buFontTx/>
              <a:buBlip>
                <a:blip r:embed="rId7"/>
              </a:buBlip>
            </a:pPr>
            <a:r>
              <a:rPr lang="de-DE" dirty="0"/>
              <a:t>Aufzählung</a:t>
            </a:r>
          </a:p>
        </p:txBody>
      </p:sp>
      <p:sp>
        <p:nvSpPr>
          <p:cNvPr id="20" name="Textplatzhalter 16">
            <a:extLst>
              <a:ext uri="{FF2B5EF4-FFF2-40B4-BE49-F238E27FC236}">
                <a16:creationId xmlns:a16="http://schemas.microsoft.com/office/drawing/2014/main" id="{170CDC3B-CB3B-9AAC-3E6F-DA2587708D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571" y="4165597"/>
            <a:ext cx="6942609" cy="243143"/>
          </a:xfrm>
          <a:prstGeom prst="rect">
            <a:avLst/>
          </a:prstGeom>
        </p:spPr>
        <p:txBody>
          <a:bodyPr/>
          <a:lstStyle>
            <a:lvl1pPr marL="266700" indent="-266700" rtl="0">
              <a:buFontTx/>
              <a:buBlip>
                <a:blip r:embed="rId7"/>
              </a:buBlip>
              <a:defRPr lang="de-DE" sz="1580" dirty="0">
                <a:latin typeface="+mn-lt"/>
                <a:ea typeface="+mn-ea"/>
                <a:cs typeface="+mn-cs"/>
              </a:defRPr>
            </a:lvl1pPr>
          </a:lstStyle>
          <a:p>
            <a:pPr marL="266700" lvl="0" indent="-266700" rtl="0">
              <a:spcAft>
                <a:spcPts val="600"/>
              </a:spcAft>
              <a:buFontTx/>
              <a:buBlip>
                <a:blip r:embed="rId7"/>
              </a:buBlip>
            </a:pPr>
            <a:r>
              <a:rPr lang="de-DE" dirty="0"/>
              <a:t>Aufzählung</a:t>
            </a:r>
          </a:p>
        </p:txBody>
      </p:sp>
      <p:sp>
        <p:nvSpPr>
          <p:cNvPr id="21" name="Textplatzhalter 16">
            <a:extLst>
              <a:ext uri="{FF2B5EF4-FFF2-40B4-BE49-F238E27FC236}">
                <a16:creationId xmlns:a16="http://schemas.microsoft.com/office/drawing/2014/main" id="{4680ADD5-BEFD-C372-D442-F832650A72F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200" y="4594079"/>
            <a:ext cx="6942609" cy="243143"/>
          </a:xfrm>
          <a:prstGeom prst="rect">
            <a:avLst/>
          </a:prstGeom>
        </p:spPr>
        <p:txBody>
          <a:bodyPr/>
          <a:lstStyle>
            <a:lvl1pPr marL="266700" indent="-266700" rtl="0">
              <a:buFontTx/>
              <a:buBlip>
                <a:blip r:embed="rId7"/>
              </a:buBlip>
              <a:defRPr lang="de-DE" sz="1580" dirty="0">
                <a:latin typeface="+mn-lt"/>
                <a:ea typeface="+mn-ea"/>
                <a:cs typeface="+mn-cs"/>
              </a:defRPr>
            </a:lvl1pPr>
          </a:lstStyle>
          <a:p>
            <a:pPr marL="266700" lvl="0" indent="-266700" rtl="0">
              <a:spcAft>
                <a:spcPts val="600"/>
              </a:spcAft>
              <a:buFontTx/>
              <a:buBlip>
                <a:blip r:embed="rId7"/>
              </a:buBlip>
            </a:pPr>
            <a:r>
              <a:rPr lang="de-DE" dirty="0"/>
              <a:t>Aufzählung</a:t>
            </a:r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8F70A6F7-353B-3D21-2718-A6DA5142230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23463" y="432000"/>
            <a:ext cx="1933575" cy="517325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3" name="Titel 22">
            <a:extLst>
              <a:ext uri="{FF2B5EF4-FFF2-40B4-BE49-F238E27FC236}">
                <a16:creationId xmlns:a16="http://schemas.microsoft.com/office/drawing/2014/main" id="{46469FFF-0FF4-26A0-1005-D6C0AA371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23" y="623708"/>
            <a:ext cx="6935777" cy="624839"/>
          </a:xfrm>
        </p:spPr>
        <p:txBody>
          <a:bodyPr vert="horz"/>
          <a:lstStyle>
            <a:lvl1pPr rtl="0">
              <a:defRPr>
                <a:solidFill>
                  <a:schemeClr val="accent3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26" name="Textplatzhalter 7">
            <a:extLst>
              <a:ext uri="{FF2B5EF4-FFF2-40B4-BE49-F238E27FC236}">
                <a16:creationId xmlns:a16="http://schemas.microsoft.com/office/drawing/2014/main" id="{8454CF53-FA58-D665-EE3A-C238C8EB74E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5460" y="1280297"/>
            <a:ext cx="6935776" cy="258763"/>
          </a:xfrm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9" name="Fußzeilenplatzhalter 15">
            <a:extLst>
              <a:ext uri="{FF2B5EF4-FFF2-40B4-BE49-F238E27FC236}">
                <a16:creationId xmlns:a16="http://schemas.microsoft.com/office/drawing/2014/main" id="{8E1AC6F5-AE87-A671-D797-024A921B5E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30" name="Foliennummernplatzhalter 16">
            <a:extLst>
              <a:ext uri="{FF2B5EF4-FFF2-40B4-BE49-F238E27FC236}">
                <a16:creationId xmlns:a16="http://schemas.microsoft.com/office/drawing/2014/main" id="{C23305A2-08BF-C1EC-A04A-27EE27AFEF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Textplatzhalter 12">
            <a:extLst>
              <a:ext uri="{FF2B5EF4-FFF2-40B4-BE49-F238E27FC236}">
                <a16:creationId xmlns:a16="http://schemas.microsoft.com/office/drawing/2014/main" id="{3B5CC7B7-71FD-E4CC-5DAD-92B9C79DB59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6076" y="6308725"/>
            <a:ext cx="6941878" cy="252413"/>
          </a:xfrm>
        </p:spPr>
        <p:txBody>
          <a:bodyPr anchor="ctr"/>
          <a:lstStyle>
            <a:lvl1pPr marL="0" indent="0" rtl="0">
              <a:spcAft>
                <a:spcPts val="0"/>
              </a:spcAft>
              <a:buNone/>
              <a:defRPr sz="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90588243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+ Aufzählung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CD10A994-2D4C-C8F3-6982-FFBC018935A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925707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10A994-2D4C-C8F3-6982-FFBC018935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Bildplatzhalter">
            <a:extLst>
              <a:ext uri="{FF2B5EF4-FFF2-40B4-BE49-F238E27FC236}">
                <a16:creationId xmlns:a16="http://schemas.microsoft.com/office/drawing/2014/main" id="{D627C073-3AC9-4758-F7D1-9BF94962ED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20800" y="0"/>
            <a:ext cx="4471200" cy="4114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/>
            </a:lvl1pPr>
          </a:lstStyle>
          <a:p>
            <a:endParaRPr lang="de-AT"/>
          </a:p>
        </p:txBody>
      </p:sp>
      <p:sp>
        <p:nvSpPr>
          <p:cNvPr id="10" name="Balken">
            <a:extLst>
              <a:ext uri="{FF2B5EF4-FFF2-40B4-BE49-F238E27FC236}">
                <a16:creationId xmlns:a16="http://schemas.microsoft.com/office/drawing/2014/main" id="{BA1181D0-ACA7-6E78-09B6-B1ABF137394F}"/>
              </a:ext>
            </a:extLst>
          </p:cNvPr>
          <p:cNvSpPr/>
          <p:nvPr userDrawn="1"/>
        </p:nvSpPr>
        <p:spPr>
          <a:xfrm>
            <a:off x="7721785" y="4025850"/>
            <a:ext cx="4470215" cy="2832150"/>
          </a:xfrm>
          <a:custGeom>
            <a:avLst/>
            <a:gdLst/>
            <a:ahLst/>
            <a:cxnLst/>
            <a:rect l="l" t="t" r="r" b="b"/>
            <a:pathLst>
              <a:path w="7371715" h="4670425">
                <a:moveTo>
                  <a:pt x="7371503" y="0"/>
                </a:moveTo>
                <a:lnTo>
                  <a:pt x="0" y="0"/>
                </a:lnTo>
                <a:lnTo>
                  <a:pt x="0" y="4670014"/>
                </a:lnTo>
                <a:lnTo>
                  <a:pt x="7371503" y="4670014"/>
                </a:lnTo>
                <a:lnTo>
                  <a:pt x="7371503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3562F5E-AE77-A887-38FC-AB47CD952F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3571" y="5360400"/>
            <a:ext cx="6941878" cy="639214"/>
          </a:xfrm>
          <a:prstGeom prst="rect">
            <a:avLst/>
          </a:prstGeom>
        </p:spPr>
        <p:txBody>
          <a:bodyPr/>
          <a:lstStyle>
            <a:lvl1pPr marL="0" indent="0" rtl="0">
              <a:spcAft>
                <a:spcPts val="200"/>
              </a:spcAft>
              <a:buFont typeface="Arial" panose="020B0604020202020204" pitchFamily="34" charset="0"/>
              <a:buNone/>
              <a:defRPr sz="2490" b="1" spc="-10" baseline="0">
                <a:solidFill>
                  <a:schemeClr val="accent3"/>
                </a:solidFill>
              </a:defRPr>
            </a:lvl1pPr>
            <a:lvl2pPr marL="0" algn="l" rtl="0">
              <a:lnSpc>
                <a:spcPct val="101000"/>
              </a:lnSpc>
              <a:defRPr sz="1580" spc="-20" baseline="0"/>
            </a:lvl2pPr>
          </a:lstStyle>
          <a:p>
            <a:pPr lvl="0"/>
            <a:r>
              <a:rPr lang="de-DE" dirty="0"/>
              <a:t>Erste + zweite Ebene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073B9922-6D27-6ECB-07DF-FBBC7F3CAD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1323" y="2884465"/>
            <a:ext cx="6935518" cy="2285412"/>
          </a:xfrm>
          <a:prstGeom prst="rect">
            <a:avLst/>
          </a:prstGeom>
        </p:spPr>
        <p:txBody>
          <a:bodyPr/>
          <a:lstStyle>
            <a:lvl1pPr marL="285750" indent="-285750" rtl="0">
              <a:buFontTx/>
              <a:buBlip>
                <a:blip r:embed="rId5"/>
              </a:buBlip>
              <a:defRPr sz="1580">
                <a:latin typeface="+mn-lt"/>
              </a:defRPr>
            </a:lvl1pPr>
          </a:lstStyle>
          <a:p>
            <a:pPr lvl="0"/>
            <a:r>
              <a:rPr lang="de-DE" dirty="0"/>
              <a:t>Aufzählung</a:t>
            </a:r>
          </a:p>
        </p:txBody>
      </p: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331EF84D-E8FB-1A69-830C-F61D0D829D8E}"/>
              </a:ext>
            </a:extLst>
          </p:cNvPr>
          <p:cNvCxnSpPr>
            <a:cxnSpLocks/>
          </p:cNvCxnSpPr>
          <p:nvPr userDrawn="1"/>
        </p:nvCxnSpPr>
        <p:spPr>
          <a:xfrm>
            <a:off x="333483" y="2757268"/>
            <a:ext cx="694335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FDA8A0F0-5FAA-704B-B745-D7E2467286A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23463" y="432000"/>
            <a:ext cx="1933575" cy="517325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" name="Textplatzhalter 1">
            <a:extLst>
              <a:ext uri="{FF2B5EF4-FFF2-40B4-BE49-F238E27FC236}">
                <a16:creationId xmlns:a16="http://schemas.microsoft.com/office/drawing/2014/main" id="{4F3FC3E3-C25B-3392-20E4-FD545A914F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963" y="360000"/>
            <a:ext cx="6941878" cy="266227"/>
          </a:xfrm>
          <a:prstGeom prst="rect">
            <a:avLst/>
          </a:prstGeom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 sz="1600" b="0" spc="-40" baseline="0">
                <a:solidFill>
                  <a:schemeClr val="accent3"/>
                </a:solidFill>
              </a:defRPr>
            </a:lvl1pPr>
            <a:lvl2pPr>
              <a:defRPr sz="1730"/>
            </a:lvl2pPr>
            <a:lvl3pPr>
              <a:defRPr sz="1730"/>
            </a:lvl3pPr>
            <a:lvl4pPr>
              <a:defRPr sz="1730"/>
            </a:lvl4pPr>
            <a:lvl5pPr>
              <a:defRPr sz="1730"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Titel 22">
            <a:extLst>
              <a:ext uri="{FF2B5EF4-FFF2-40B4-BE49-F238E27FC236}">
                <a16:creationId xmlns:a16="http://schemas.microsoft.com/office/drawing/2014/main" id="{2B81CB53-250D-7F78-32F5-1964F2D7F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23" y="623708"/>
            <a:ext cx="6935777" cy="624839"/>
          </a:xfrm>
        </p:spPr>
        <p:txBody>
          <a:bodyPr vert="horz"/>
          <a:lstStyle>
            <a:lvl1pPr rtl="0">
              <a:defRPr>
                <a:solidFill>
                  <a:schemeClr val="accent3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A3FE0B9-0FA5-EB51-AF08-FBC75323475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5460" y="1280297"/>
            <a:ext cx="6935776" cy="258763"/>
          </a:xfrm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D70867E9-1942-CD47-5993-5DEA0DE460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46800" y="5067584"/>
            <a:ext cx="3710238" cy="1241141"/>
          </a:xfrm>
          <a:prstGeom prst="rect">
            <a:avLst/>
          </a:prstGeom>
        </p:spPr>
        <p:txBody>
          <a:bodyPr/>
          <a:lstStyle>
            <a:lvl1pPr marL="0" indent="0" rtl="0">
              <a:lnSpc>
                <a:spcPct val="101000"/>
              </a:lnSpc>
              <a:buFont typeface="Arial" panose="020B0604020202020204" pitchFamily="34" charset="0"/>
              <a:buNone/>
              <a:defRPr sz="1580" spc="-20" baseline="0">
                <a:solidFill>
                  <a:schemeClr val="bg1"/>
                </a:solidFill>
              </a:defRPr>
            </a:lvl1pPr>
            <a:lvl2pPr marL="0" indent="0" rtl="0">
              <a:buNone/>
              <a:defRPr sz="1580"/>
            </a:lvl2pPr>
            <a:lvl3pPr>
              <a:defRPr sz="1580"/>
            </a:lvl3pPr>
            <a:lvl4pPr>
              <a:defRPr sz="1580"/>
            </a:lvl4pPr>
            <a:lvl5pPr>
              <a:defRPr sz="158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endParaRPr lang="de-DE" dirty="0"/>
          </a:p>
        </p:txBody>
      </p:sp>
      <p:pic>
        <p:nvPicPr>
          <p:cNvPr id="18" name="Icon">
            <a:extLst>
              <a:ext uri="{FF2B5EF4-FFF2-40B4-BE49-F238E27FC236}">
                <a16:creationId xmlns:a16="http://schemas.microsoft.com/office/drawing/2014/main" id="{EEE368E7-96BD-C14F-9592-759C2F176BD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21400" y="4240994"/>
            <a:ext cx="648000" cy="648000"/>
          </a:xfrm>
          <a:prstGeom prst="rect">
            <a:avLst/>
          </a:prstGeom>
        </p:spPr>
      </p:pic>
      <p:sp>
        <p:nvSpPr>
          <p:cNvPr id="19" name="Fußzeilenplatzhalter 15">
            <a:extLst>
              <a:ext uri="{FF2B5EF4-FFF2-40B4-BE49-F238E27FC236}">
                <a16:creationId xmlns:a16="http://schemas.microsoft.com/office/drawing/2014/main" id="{3ADBB392-ED41-B6D6-DCF2-01C87A316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20" name="Foliennummernplatzhalter 16">
            <a:extLst>
              <a:ext uri="{FF2B5EF4-FFF2-40B4-BE49-F238E27FC236}">
                <a16:creationId xmlns:a16="http://schemas.microsoft.com/office/drawing/2014/main" id="{5DD7DE48-8E58-C9DD-75F1-CE7DA9473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Textplatzhalter 12">
            <a:extLst>
              <a:ext uri="{FF2B5EF4-FFF2-40B4-BE49-F238E27FC236}">
                <a16:creationId xmlns:a16="http://schemas.microsoft.com/office/drawing/2014/main" id="{6C5E7D2E-0364-8905-C646-555171208B5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6076" y="6308725"/>
            <a:ext cx="6941878" cy="252413"/>
          </a:xfrm>
        </p:spPr>
        <p:txBody>
          <a:bodyPr anchor="ctr"/>
          <a:lstStyle>
            <a:lvl1pPr marL="0" indent="0" rtl="0">
              <a:spcAft>
                <a:spcPts val="0"/>
              </a:spcAft>
              <a:buNone/>
              <a:defRPr sz="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49491354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C7C630D-C2F7-05BB-E6B7-A07F645CBC6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530929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C7C630D-C2F7-05BB-E6B7-A07F645CBC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feil">
            <a:extLst>
              <a:ext uri="{FF2B5EF4-FFF2-40B4-BE49-F238E27FC236}">
                <a16:creationId xmlns:a16="http://schemas.microsoft.com/office/drawing/2014/main" id="{2ED0F357-3ADA-8971-A55B-5D1D35CE9A3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279571" y="5952315"/>
            <a:ext cx="360000" cy="360000"/>
          </a:xfrm>
          <a:prstGeom prst="rect">
            <a:avLst/>
          </a:prstGeom>
        </p:spPr>
      </p:pic>
      <p:sp>
        <p:nvSpPr>
          <p:cNvPr id="18" name="Textplatzhalter 3">
            <a:extLst>
              <a:ext uri="{FF2B5EF4-FFF2-40B4-BE49-F238E27FC236}">
                <a16:creationId xmlns:a16="http://schemas.microsoft.com/office/drawing/2014/main" id="{F9DE597E-2CD6-6F67-8EC8-7D7F81D1877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3241" y="5327248"/>
            <a:ext cx="3710936" cy="981477"/>
          </a:xfrm>
          <a:prstGeom prst="rect">
            <a:avLst/>
          </a:prstGeom>
        </p:spPr>
        <p:txBody>
          <a:bodyPr anchor="b"/>
          <a:lstStyle>
            <a:lvl1pPr marL="0" indent="0" algn="r" rtl="0">
              <a:spcAft>
                <a:spcPts val="300"/>
              </a:spcAft>
              <a:buFont typeface="Arial" panose="020B0604020202020204" pitchFamily="34" charset="0"/>
              <a:buNone/>
              <a:defRPr sz="2490" b="0" spc="-30" baseline="0">
                <a:solidFill>
                  <a:schemeClr val="bg2"/>
                </a:solidFill>
                <a:latin typeface="+mn-lt"/>
              </a:defRPr>
            </a:lvl1pPr>
            <a:lvl2pPr marL="0" algn="l">
              <a:defRPr sz="2300">
                <a:solidFill>
                  <a:schemeClr val="bg2"/>
                </a:solidFill>
                <a:latin typeface="+mn-lt"/>
              </a:defRPr>
            </a:lvl2pPr>
            <a:lvl3pPr marL="0" algn="ctr">
              <a:defRPr>
                <a:solidFill>
                  <a:schemeClr val="bg2"/>
                </a:solidFill>
                <a:latin typeface="+mn-lt"/>
              </a:defRPr>
            </a:lvl3pPr>
            <a:lvl4pPr marL="0" algn="ctr">
              <a:defRPr>
                <a:solidFill>
                  <a:schemeClr val="bg2"/>
                </a:solidFill>
                <a:latin typeface="+mn-lt"/>
              </a:defRPr>
            </a:lvl4pPr>
            <a:lvl5pPr marL="0" algn="ctr">
              <a:defRPr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de-DE" dirty="0"/>
              <a:t>Text bearbeiten</a:t>
            </a:r>
          </a:p>
        </p:txBody>
      </p:sp>
      <p:sp>
        <p:nvSpPr>
          <p:cNvPr id="21" name="Bildplatzhalter">
            <a:extLst>
              <a:ext uri="{FF2B5EF4-FFF2-40B4-BE49-F238E27FC236}">
                <a16:creationId xmlns:a16="http://schemas.microsoft.com/office/drawing/2014/main" id="{DEC3CB97-49DF-D774-4093-CAAB5FBC87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733673" y="4180114"/>
            <a:ext cx="2128611" cy="2128611"/>
          </a:xfrm>
          <a:prstGeom prst="rect">
            <a:avLst/>
          </a:prstGeom>
          <a:solidFill>
            <a:schemeClr val="bg1"/>
          </a:solidFill>
        </p:spPr>
        <p:txBody>
          <a:bodyPr anchor="ctr" anchorCtr="0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QR </a:t>
            </a:r>
            <a:br>
              <a:rPr lang="de-DE"/>
            </a:br>
            <a:r>
              <a:rPr lang="de-DE"/>
              <a:t>Platzh.</a:t>
            </a:r>
            <a:endParaRPr lang="de-DE" dirty="0"/>
          </a:p>
        </p:txBody>
      </p:sp>
      <p:sp>
        <p:nvSpPr>
          <p:cNvPr id="2" name="Bubble">
            <a:extLst>
              <a:ext uri="{FF2B5EF4-FFF2-40B4-BE49-F238E27FC236}">
                <a16:creationId xmlns:a16="http://schemas.microsoft.com/office/drawing/2014/main" id="{DB9D6CC1-ACCF-2721-68B1-5CB21D8424B5}"/>
              </a:ext>
            </a:extLst>
          </p:cNvPr>
          <p:cNvSpPr/>
          <p:nvPr userDrawn="1"/>
        </p:nvSpPr>
        <p:spPr>
          <a:xfrm>
            <a:off x="749660" y="2627436"/>
            <a:ext cx="3542979" cy="3542979"/>
          </a:xfrm>
          <a:prstGeom prst="ellipse">
            <a:avLst/>
          </a:prstGeom>
          <a:solidFill>
            <a:schemeClr val="tx1"/>
          </a:solidFill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3" name="Linie">
            <a:extLst>
              <a:ext uri="{FF2B5EF4-FFF2-40B4-BE49-F238E27FC236}">
                <a16:creationId xmlns:a16="http://schemas.microsoft.com/office/drawing/2014/main" id="{F941812D-E034-14C0-3F80-2596F6D0EEDC}"/>
              </a:ext>
            </a:extLst>
          </p:cNvPr>
          <p:cNvSpPr/>
          <p:nvPr userDrawn="1"/>
        </p:nvSpPr>
        <p:spPr>
          <a:xfrm>
            <a:off x="1192213" y="4398925"/>
            <a:ext cx="2657331" cy="0"/>
          </a:xfrm>
          <a:custGeom>
            <a:avLst/>
            <a:gdLst/>
            <a:ahLst/>
            <a:cxnLst/>
            <a:rect l="l" t="t" r="r" b="b"/>
            <a:pathLst>
              <a:path w="4382134">
                <a:moveTo>
                  <a:pt x="0" y="0"/>
                </a:moveTo>
                <a:lnTo>
                  <a:pt x="4381761" y="0"/>
                </a:lnTo>
              </a:path>
            </a:pathLst>
          </a:custGeom>
          <a:ln w="2286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C2AD43DA-7D6B-DF07-4260-6D12DF1CB6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07307" y="4559292"/>
            <a:ext cx="2627143" cy="1083374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 rtl="0">
              <a:spcAft>
                <a:spcPts val="300"/>
              </a:spcAft>
              <a:buFont typeface="Arial" panose="020B0604020202020204" pitchFamily="34" charset="0"/>
              <a:buNone/>
              <a:defRPr sz="3520" b="1">
                <a:solidFill>
                  <a:schemeClr val="bg2"/>
                </a:solidFill>
                <a:latin typeface="+mn-lt"/>
              </a:defRPr>
            </a:lvl1pPr>
            <a:lvl2pPr marL="0" algn="ctr">
              <a:defRPr sz="2300">
                <a:solidFill>
                  <a:schemeClr val="bg2"/>
                </a:solidFill>
                <a:latin typeface="+mn-lt"/>
              </a:defRPr>
            </a:lvl2pPr>
            <a:lvl3pPr marL="0" algn="ctr">
              <a:defRPr>
                <a:solidFill>
                  <a:schemeClr val="bg2"/>
                </a:solidFill>
                <a:latin typeface="+mn-lt"/>
              </a:defRPr>
            </a:lvl3pPr>
            <a:lvl4pPr marL="0" algn="ctr">
              <a:defRPr>
                <a:solidFill>
                  <a:schemeClr val="bg2"/>
                </a:solidFill>
                <a:latin typeface="+mn-lt"/>
              </a:defRPr>
            </a:lvl4pPr>
            <a:lvl5pPr marL="0" algn="ctr">
              <a:defRPr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40BACC8E-45D6-56A3-BA60-F9A0B847B8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7307" y="3155185"/>
            <a:ext cx="2627143" cy="1083374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 rtl="0">
              <a:spcAft>
                <a:spcPts val="300"/>
              </a:spcAft>
              <a:buFont typeface="Arial" panose="020B0604020202020204" pitchFamily="34" charset="0"/>
              <a:buNone/>
              <a:defRPr sz="3520" b="1">
                <a:solidFill>
                  <a:schemeClr val="bg2"/>
                </a:solidFill>
                <a:latin typeface="+mn-lt"/>
              </a:defRPr>
            </a:lvl1pPr>
            <a:lvl2pPr marL="0" algn="ctr">
              <a:defRPr sz="2300">
                <a:solidFill>
                  <a:schemeClr val="bg2"/>
                </a:solidFill>
                <a:latin typeface="+mn-lt"/>
              </a:defRPr>
            </a:lvl2pPr>
            <a:lvl3pPr marL="0" algn="ctr">
              <a:defRPr>
                <a:solidFill>
                  <a:schemeClr val="bg2"/>
                </a:solidFill>
                <a:latin typeface="+mn-lt"/>
              </a:defRPr>
            </a:lvl3pPr>
            <a:lvl4pPr marL="0" algn="ctr">
              <a:defRPr>
                <a:solidFill>
                  <a:schemeClr val="bg2"/>
                </a:solidFill>
                <a:latin typeface="+mn-lt"/>
              </a:defRPr>
            </a:lvl4pPr>
            <a:lvl5pPr marL="0" algn="ctr">
              <a:defRPr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3871F6E5-C329-DC60-D16E-21828771E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450027"/>
            <a:ext cx="7742237" cy="1813694"/>
          </a:xfrm>
        </p:spPr>
        <p:txBody>
          <a:bodyPr vert="horz" anchor="t">
            <a:noAutofit/>
          </a:bodyPr>
          <a:lstStyle>
            <a:lvl1pPr rtl="0">
              <a:lnSpc>
                <a:spcPct val="80000"/>
              </a:lnSpc>
              <a:defRPr sz="7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pic>
        <p:nvPicPr>
          <p:cNvPr id="15" name="Logo FHOOE">
            <a:extLst>
              <a:ext uri="{FF2B5EF4-FFF2-40B4-BE49-F238E27FC236}">
                <a16:creationId xmlns:a16="http://schemas.microsoft.com/office/drawing/2014/main" id="{E1B64286-F9E3-7927-F90D-655BF590E00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8514966" y="375397"/>
            <a:ext cx="3340800" cy="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74231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folie - 1 Per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C7C630D-C2F7-05BB-E6B7-A07F645CBC6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72592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C7C630D-C2F7-05BB-E6B7-A07F645CBC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C5325622-8133-C0C8-DED5-18CF589973AD}"/>
              </a:ext>
            </a:extLst>
          </p:cNvPr>
          <p:cNvSpPr/>
          <p:nvPr userDrawn="1"/>
        </p:nvSpPr>
        <p:spPr>
          <a:xfrm>
            <a:off x="0" y="0"/>
            <a:ext cx="8298756" cy="25203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00" dirty="0" err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3871F6E5-C329-DC60-D16E-21828771E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450027"/>
            <a:ext cx="7742237" cy="1813694"/>
          </a:xfrm>
        </p:spPr>
        <p:txBody>
          <a:bodyPr vert="horz" anchor="ctr">
            <a:noAutofit/>
          </a:bodyPr>
          <a:lstStyle>
            <a:lvl1pPr rtl="0">
              <a:lnSpc>
                <a:spcPct val="80000"/>
              </a:lnSpc>
              <a:defRPr sz="7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64C313AA-5F82-8336-0FE2-224F57DF28C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38913" y="3656862"/>
            <a:ext cx="1029878" cy="1029879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4461FB7C-A42C-9ED6-B8FC-FB70A482B5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48026" y="4794305"/>
            <a:ext cx="4076701" cy="298450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14" name="Textplatzhalter 12">
            <a:extLst>
              <a:ext uri="{FF2B5EF4-FFF2-40B4-BE49-F238E27FC236}">
                <a16:creationId xmlns:a16="http://schemas.microsoft.com/office/drawing/2014/main" id="{EB8A33C1-3C0E-E810-AED0-087AC0E8106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026" y="5189064"/>
            <a:ext cx="4076701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Position</a:t>
            </a:r>
          </a:p>
        </p:txBody>
      </p:sp>
      <p:sp>
        <p:nvSpPr>
          <p:cNvPr id="16" name="Textplatzhalter 12">
            <a:extLst>
              <a:ext uri="{FF2B5EF4-FFF2-40B4-BE49-F238E27FC236}">
                <a16:creationId xmlns:a16="http://schemas.microsoft.com/office/drawing/2014/main" id="{B484400D-1338-EFEA-9A62-B96F38A86A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44890" y="5983244"/>
            <a:ext cx="3779837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Email Adresse</a:t>
            </a:r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F5A385C0-8056-1514-654A-ADF5219B2A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44890" y="5595077"/>
            <a:ext cx="3779837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Telefonnummer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D435A1A5-4E88-BA69-9810-9B28620F1CDE}"/>
              </a:ext>
            </a:extLst>
          </p:cNvPr>
          <p:cNvSpPr txBox="1"/>
          <p:nvPr userDrawn="1"/>
        </p:nvSpPr>
        <p:spPr>
          <a:xfrm>
            <a:off x="341313" y="3612572"/>
            <a:ext cx="6197600" cy="24314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de-DE" sz="2000" b="1" i="0" dirty="0">
                <a:solidFill>
                  <a:schemeClr val="tx1"/>
                </a:solidFill>
                <a:effectLst/>
                <a:latin typeface="+mn-lt"/>
              </a:rPr>
              <a:t>FH Oberösterreich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University </a:t>
            </a:r>
            <a:r>
              <a:rPr lang="de-DE" sz="2000" b="0" i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 Applied Sciences Upper Austria</a:t>
            </a:r>
            <a:br>
              <a:rPr lang="de-DE" dirty="0">
                <a:solidFill>
                  <a:schemeClr val="tx1"/>
                </a:solidFill>
                <a:latin typeface="+mn-lt"/>
              </a:rPr>
            </a:br>
            <a:br>
              <a:rPr lang="de-DE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 err="1">
                <a:solidFill>
                  <a:schemeClr val="tx1"/>
                </a:solidFill>
                <a:effectLst/>
                <a:latin typeface="+mn-lt"/>
              </a:rPr>
              <a:t>Roseggerstraße</a:t>
            </a: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 15, 4600 Wels, Austria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T +43 5 0804 10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F +43 5 0804 11900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E </a:t>
            </a:r>
            <a:r>
              <a:rPr lang="de-DE" sz="2000" b="0" i="0" u="sng" dirty="0">
                <a:solidFill>
                  <a:schemeClr val="tx1"/>
                </a:solidFill>
                <a:effectLst/>
                <a:latin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info@fh-ooe.at</a:t>
            </a:r>
            <a:endParaRPr lang="de-DE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CBE447FF-CD8F-7C19-BA37-A5DCDEECBAFF}"/>
              </a:ext>
            </a:extLst>
          </p:cNvPr>
          <p:cNvSpPr txBox="1"/>
          <p:nvPr userDrawn="1"/>
        </p:nvSpPr>
        <p:spPr>
          <a:xfrm>
            <a:off x="6548026" y="5590414"/>
            <a:ext cx="239714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de-DE" sz="2000" dirty="0">
                <a:solidFill>
                  <a:schemeClr val="tx1"/>
                </a:solidFill>
                <a:latin typeface="+mn-lt"/>
              </a:rPr>
              <a:t>T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7D52B193-19AE-0408-BE62-A364FB52D61F}"/>
              </a:ext>
            </a:extLst>
          </p:cNvPr>
          <p:cNvSpPr txBox="1"/>
          <p:nvPr userDrawn="1"/>
        </p:nvSpPr>
        <p:spPr>
          <a:xfrm>
            <a:off x="6548026" y="5978581"/>
            <a:ext cx="239714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de-DE" sz="2000" dirty="0">
                <a:solidFill>
                  <a:schemeClr val="tx1"/>
                </a:solidFill>
                <a:latin typeface="+mn-lt"/>
              </a:rPr>
              <a:t>E</a:t>
            </a:r>
          </a:p>
        </p:txBody>
      </p:sp>
      <p:pic>
        <p:nvPicPr>
          <p:cNvPr id="2" name="Grafik 1" descr="Ein Bild, das Text, Schrift, Symbol, Logo enthält.&#10;&#10;Automatisch generierte Beschreibung">
            <a:extLst>
              <a:ext uri="{FF2B5EF4-FFF2-40B4-BE49-F238E27FC236}">
                <a16:creationId xmlns:a16="http://schemas.microsoft.com/office/drawing/2014/main" id="{35EF30E9-8827-E0BC-9F28-090776AD5E0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4348" y="352696"/>
            <a:ext cx="3342690" cy="102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8570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folie - 2 Person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C7C630D-C2F7-05BB-E6B7-A07F645CBC6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05417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C7C630D-C2F7-05BB-E6B7-A07F645CBC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hteck 20">
            <a:extLst>
              <a:ext uri="{FF2B5EF4-FFF2-40B4-BE49-F238E27FC236}">
                <a16:creationId xmlns:a16="http://schemas.microsoft.com/office/drawing/2014/main" id="{6856D632-4945-06BE-77A5-51EBBDA5A4E8}"/>
              </a:ext>
            </a:extLst>
          </p:cNvPr>
          <p:cNvSpPr/>
          <p:nvPr userDrawn="1"/>
        </p:nvSpPr>
        <p:spPr>
          <a:xfrm>
            <a:off x="0" y="0"/>
            <a:ext cx="8298756" cy="25203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00" dirty="0" err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3871F6E5-C329-DC60-D16E-21828771E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450027"/>
            <a:ext cx="7742237" cy="1813694"/>
          </a:xfrm>
        </p:spPr>
        <p:txBody>
          <a:bodyPr vert="horz" anchor="ctr">
            <a:noAutofit/>
          </a:bodyPr>
          <a:lstStyle>
            <a:lvl1pPr rtl="0">
              <a:lnSpc>
                <a:spcPct val="80000"/>
              </a:lnSpc>
              <a:defRPr sz="7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64C313AA-5F82-8336-0FE2-224F57DF28C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41148" y="3306187"/>
            <a:ext cx="1029878" cy="1029879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4461FB7C-A42C-9ED6-B8FC-FB70A482B5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67765" y="4443630"/>
            <a:ext cx="3649463" cy="298450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14" name="Textplatzhalter 12">
            <a:extLst>
              <a:ext uri="{FF2B5EF4-FFF2-40B4-BE49-F238E27FC236}">
                <a16:creationId xmlns:a16="http://schemas.microsoft.com/office/drawing/2014/main" id="{EB8A33C1-3C0E-E810-AED0-087AC0E8106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67765" y="4838389"/>
            <a:ext cx="3649463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Position</a:t>
            </a:r>
          </a:p>
        </p:txBody>
      </p:sp>
      <p:sp>
        <p:nvSpPr>
          <p:cNvPr id="16" name="Textplatzhalter 12">
            <a:extLst>
              <a:ext uri="{FF2B5EF4-FFF2-40B4-BE49-F238E27FC236}">
                <a16:creationId xmlns:a16="http://schemas.microsoft.com/office/drawing/2014/main" id="{B484400D-1338-EFEA-9A62-B96F38A86A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47125" y="5632569"/>
            <a:ext cx="3370103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Email Adresse</a:t>
            </a:r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F5A385C0-8056-1514-654A-ADF5219B2A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7125" y="5244402"/>
            <a:ext cx="3370103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Telefonnummer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D435A1A5-4E88-BA69-9810-9B28620F1CDE}"/>
              </a:ext>
            </a:extLst>
          </p:cNvPr>
          <p:cNvSpPr txBox="1"/>
          <p:nvPr userDrawn="1"/>
        </p:nvSpPr>
        <p:spPr>
          <a:xfrm>
            <a:off x="341313" y="3261737"/>
            <a:ext cx="2846387" cy="30469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de-DE" sz="2000" b="1" i="0" dirty="0">
                <a:solidFill>
                  <a:schemeClr val="tx1"/>
                </a:solidFill>
                <a:effectLst/>
                <a:latin typeface="+mn-lt"/>
              </a:rPr>
              <a:t>FH Oberösterreich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University </a:t>
            </a:r>
            <a:r>
              <a:rPr lang="de-DE" sz="2000" b="0" i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 Applied Sciences Upper Austria</a:t>
            </a:r>
            <a:br>
              <a:rPr lang="de-DE" dirty="0">
                <a:solidFill>
                  <a:schemeClr val="tx1"/>
                </a:solidFill>
                <a:latin typeface="+mn-lt"/>
              </a:rPr>
            </a:br>
            <a:br>
              <a:rPr lang="de-DE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 err="1">
                <a:solidFill>
                  <a:schemeClr val="tx1"/>
                </a:solidFill>
                <a:effectLst/>
                <a:latin typeface="+mn-lt"/>
              </a:rPr>
              <a:t>Roseggerstraße</a:t>
            </a: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 15, 4600 Wels, Austria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T +43 5 0804 10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F +43 5 0804 11900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E </a:t>
            </a:r>
            <a:r>
              <a:rPr lang="de-DE" sz="2000" b="0" i="0" u="sng" dirty="0">
                <a:solidFill>
                  <a:schemeClr val="tx1"/>
                </a:solidFill>
                <a:effectLst/>
                <a:latin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info@fh-ooe.at</a:t>
            </a:r>
            <a:endParaRPr lang="de-DE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CBE447FF-CD8F-7C19-BA37-A5DCDEECBAFF}"/>
              </a:ext>
            </a:extLst>
          </p:cNvPr>
          <p:cNvSpPr txBox="1"/>
          <p:nvPr userDrawn="1"/>
        </p:nvSpPr>
        <p:spPr>
          <a:xfrm>
            <a:off x="3750261" y="5239739"/>
            <a:ext cx="239714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de-DE" sz="2000" dirty="0">
                <a:solidFill>
                  <a:schemeClr val="tx1"/>
                </a:solidFill>
                <a:latin typeface="+mn-lt"/>
              </a:rPr>
              <a:t>T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7D52B193-19AE-0408-BE62-A364FB52D61F}"/>
              </a:ext>
            </a:extLst>
          </p:cNvPr>
          <p:cNvSpPr txBox="1"/>
          <p:nvPr userDrawn="1"/>
        </p:nvSpPr>
        <p:spPr>
          <a:xfrm>
            <a:off x="3750261" y="5627906"/>
            <a:ext cx="239714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de-DE" sz="2000" dirty="0">
                <a:solidFill>
                  <a:schemeClr val="tx1"/>
                </a:solidFill>
                <a:latin typeface="+mn-lt"/>
              </a:rPr>
              <a:t>E</a:t>
            </a:r>
          </a:p>
        </p:txBody>
      </p:sp>
      <p:sp>
        <p:nvSpPr>
          <p:cNvPr id="2" name="Bildplatzhalter 9">
            <a:extLst>
              <a:ext uri="{FF2B5EF4-FFF2-40B4-BE49-F238E27FC236}">
                <a16:creationId xmlns:a16="http://schemas.microsoft.com/office/drawing/2014/main" id="{52B9AEB2-2B74-010B-5062-94D89EA4220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00027" y="3306187"/>
            <a:ext cx="1029878" cy="1029879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" name="Textplatzhalter 12">
            <a:extLst>
              <a:ext uri="{FF2B5EF4-FFF2-40B4-BE49-F238E27FC236}">
                <a16:creationId xmlns:a16="http://schemas.microsoft.com/office/drawing/2014/main" id="{E2E1F07C-C824-4E3F-6BA5-4ADF2D25AB3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09141" y="4443630"/>
            <a:ext cx="3685958" cy="298450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4" name="Textplatzhalter 12">
            <a:extLst>
              <a:ext uri="{FF2B5EF4-FFF2-40B4-BE49-F238E27FC236}">
                <a16:creationId xmlns:a16="http://schemas.microsoft.com/office/drawing/2014/main" id="{A3C2CEA0-EAC3-9DCF-C0DD-C5A6DA6D4C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09141" y="4838389"/>
            <a:ext cx="3685958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Position</a:t>
            </a:r>
          </a:p>
        </p:txBody>
      </p:sp>
      <p:sp>
        <p:nvSpPr>
          <p:cNvPr id="5" name="Textplatzhalter 12">
            <a:extLst>
              <a:ext uri="{FF2B5EF4-FFF2-40B4-BE49-F238E27FC236}">
                <a16:creationId xmlns:a16="http://schemas.microsoft.com/office/drawing/2014/main" id="{9D2AFBEF-B44B-9A0F-0A10-6DC8E68FD5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06004" y="5632569"/>
            <a:ext cx="3389095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Email Adresse</a:t>
            </a:r>
          </a:p>
        </p:txBody>
      </p: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C9BCB491-BE82-2178-C2DA-30BCB021C99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06004" y="5244402"/>
            <a:ext cx="3389095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Telefonnummer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C15282D-6F51-F434-584B-8E3D6ABA2B25}"/>
              </a:ext>
            </a:extLst>
          </p:cNvPr>
          <p:cNvSpPr txBox="1"/>
          <p:nvPr userDrawn="1"/>
        </p:nvSpPr>
        <p:spPr>
          <a:xfrm>
            <a:off x="8009140" y="5239739"/>
            <a:ext cx="239714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de-DE" sz="2000" dirty="0">
                <a:solidFill>
                  <a:schemeClr val="tx1"/>
                </a:solidFill>
                <a:latin typeface="+mn-lt"/>
              </a:rPr>
              <a:t>T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CAD356A-F9E8-D3DA-E529-60EB6C0C1540}"/>
              </a:ext>
            </a:extLst>
          </p:cNvPr>
          <p:cNvSpPr txBox="1"/>
          <p:nvPr userDrawn="1"/>
        </p:nvSpPr>
        <p:spPr>
          <a:xfrm>
            <a:off x="8009140" y="5627906"/>
            <a:ext cx="239714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de-DE" sz="2000" dirty="0">
                <a:solidFill>
                  <a:schemeClr val="tx1"/>
                </a:solidFill>
                <a:latin typeface="+mn-lt"/>
              </a:rPr>
              <a:t>E</a:t>
            </a:r>
          </a:p>
        </p:txBody>
      </p:sp>
      <p:pic>
        <p:nvPicPr>
          <p:cNvPr id="12" name="Grafik 11" descr="Ein Bild, das Text, Schrift, Symbol, Logo enthält.&#10;&#10;Automatisch generierte Beschreibung">
            <a:extLst>
              <a:ext uri="{FF2B5EF4-FFF2-40B4-BE49-F238E27FC236}">
                <a16:creationId xmlns:a16="http://schemas.microsoft.com/office/drawing/2014/main" id="{F3A21034-1BC7-B072-D481-B4E7D62113B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4348" y="352696"/>
            <a:ext cx="3342690" cy="102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41576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FC92DB6-3BCF-F8C7-8941-551D301C0C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7312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FC92DB6-3BCF-F8C7-8941-551D301C0C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platzhalter 7">
            <a:extLst>
              <a:ext uri="{FF2B5EF4-FFF2-40B4-BE49-F238E27FC236}">
                <a16:creationId xmlns:a16="http://schemas.microsoft.com/office/drawing/2014/main" id="{F9C532F2-42E9-A916-FFA6-31EE57BC5E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962" y="2215610"/>
            <a:ext cx="11522075" cy="3305175"/>
          </a:xfrm>
          <a:prstGeom prst="rect">
            <a:avLst/>
          </a:prstGeom>
        </p:spPr>
        <p:txBody>
          <a:bodyPr anchor="b"/>
          <a:lstStyle>
            <a:lvl1pPr marL="0" indent="0" rtl="0">
              <a:lnSpc>
                <a:spcPct val="80000"/>
              </a:lnSpc>
              <a:buFont typeface="Arial" panose="020B0604020202020204" pitchFamily="34" charset="0"/>
              <a:buNone/>
              <a:defRPr sz="7000">
                <a:solidFill>
                  <a:schemeClr val="bg2"/>
                </a:solidFill>
                <a:latin typeface="+mj-lt"/>
              </a:defRPr>
            </a:lvl1pPr>
            <a:lvl2pPr>
              <a:defRPr sz="7000">
                <a:latin typeface="+mj-lt"/>
              </a:defRPr>
            </a:lvl2pPr>
            <a:lvl3pPr>
              <a:defRPr sz="7000">
                <a:latin typeface="+mj-lt"/>
              </a:defRPr>
            </a:lvl3pPr>
            <a:lvl4pPr>
              <a:defRPr sz="7000">
                <a:latin typeface="+mj-lt"/>
              </a:defRPr>
            </a:lvl4pPr>
            <a:lvl5pPr>
              <a:defRPr sz="7000">
                <a:latin typeface="+mj-lt"/>
              </a:defRPr>
            </a:lvl5pPr>
          </a:lstStyle>
          <a:p>
            <a:pPr lvl="0"/>
            <a:r>
              <a:rPr lang="de-DE" dirty="0"/>
              <a:t>Titelfolie</a:t>
            </a:r>
          </a:p>
          <a:p>
            <a:pPr lvl="0"/>
            <a:r>
              <a:rPr lang="de-DE" dirty="0"/>
              <a:t>Headline zwei- / dreizeilig über gesamte Breite</a:t>
            </a:r>
          </a:p>
        </p:txBody>
      </p:sp>
      <p:pic>
        <p:nvPicPr>
          <p:cNvPr id="3" name="Logo FHOOE">
            <a:extLst>
              <a:ext uri="{FF2B5EF4-FFF2-40B4-BE49-F238E27FC236}">
                <a16:creationId xmlns:a16="http://schemas.microsoft.com/office/drawing/2014/main" id="{D547313D-2774-B483-7660-BBE125E9377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514966" y="375397"/>
            <a:ext cx="3340800" cy="981477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6534EDF-53EF-8037-725E-7C053DE0039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5816600"/>
            <a:ext cx="11520487" cy="492125"/>
          </a:xfrm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 sz="28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Titelfolie </a:t>
            </a:r>
            <a:r>
              <a:rPr lang="de-DE" dirty="0" err="1"/>
              <a:t>Subline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235221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+ Bild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74BE801-662F-D87D-84C1-BC978EBC99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5773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74BE801-662F-D87D-84C1-BC978EBC99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Bildplatzhalter 5">
            <a:extLst>
              <a:ext uri="{FF2B5EF4-FFF2-40B4-BE49-F238E27FC236}">
                <a16:creationId xmlns:a16="http://schemas.microsoft.com/office/drawing/2014/main" id="{DA243E45-6611-6C37-5709-590BC986ED4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91250" y="0"/>
            <a:ext cx="6000750" cy="6858000"/>
          </a:xfrm>
          <a:custGeom>
            <a:avLst/>
            <a:gdLst>
              <a:gd name="connsiteX0" fmla="*/ 0 w 6000750"/>
              <a:gd name="connsiteY0" fmla="*/ 0 h 6858000"/>
              <a:gd name="connsiteX1" fmla="*/ 865755 w 6000750"/>
              <a:gd name="connsiteY1" fmla="*/ 0 h 6858000"/>
              <a:gd name="connsiteX2" fmla="*/ 865755 w 6000750"/>
              <a:gd name="connsiteY2" fmla="*/ 857190 h 6858000"/>
              <a:gd name="connsiteX3" fmla="*/ 1722946 w 6000750"/>
              <a:gd name="connsiteY3" fmla="*/ 857190 h 6858000"/>
              <a:gd name="connsiteX4" fmla="*/ 1722946 w 6000750"/>
              <a:gd name="connsiteY4" fmla="*/ 0 h 6858000"/>
              <a:gd name="connsiteX5" fmla="*/ 6000750 w 6000750"/>
              <a:gd name="connsiteY5" fmla="*/ 0 h 6858000"/>
              <a:gd name="connsiteX6" fmla="*/ 6000750 w 6000750"/>
              <a:gd name="connsiteY6" fmla="*/ 6858000 h 6858000"/>
              <a:gd name="connsiteX7" fmla="*/ 860426 w 6000750"/>
              <a:gd name="connsiteY7" fmla="*/ 6858000 h 6858000"/>
              <a:gd name="connsiteX8" fmla="*/ 860426 w 6000750"/>
              <a:gd name="connsiteY8" fmla="*/ 857193 h 6858000"/>
              <a:gd name="connsiteX9" fmla="*/ 0 w 6000750"/>
              <a:gd name="connsiteY9" fmla="*/ 85719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00750" h="6858000">
                <a:moveTo>
                  <a:pt x="0" y="0"/>
                </a:moveTo>
                <a:lnTo>
                  <a:pt x="865755" y="0"/>
                </a:lnTo>
                <a:lnTo>
                  <a:pt x="865755" y="857190"/>
                </a:lnTo>
                <a:lnTo>
                  <a:pt x="1722946" y="857190"/>
                </a:lnTo>
                <a:lnTo>
                  <a:pt x="1722946" y="0"/>
                </a:lnTo>
                <a:lnTo>
                  <a:pt x="6000750" y="0"/>
                </a:lnTo>
                <a:lnTo>
                  <a:pt x="6000750" y="6858000"/>
                </a:lnTo>
                <a:lnTo>
                  <a:pt x="860426" y="6858000"/>
                </a:lnTo>
                <a:lnTo>
                  <a:pt x="860426" y="857193"/>
                </a:lnTo>
                <a:lnTo>
                  <a:pt x="0" y="85719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/>
            </a:lvl1pPr>
          </a:lstStyle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F9C532F2-42E9-A916-FFA6-31EE57BC5E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963" y="1356874"/>
            <a:ext cx="6250664" cy="4163911"/>
          </a:xfrm>
          <a:prstGeom prst="rect">
            <a:avLst/>
          </a:prstGeom>
        </p:spPr>
        <p:txBody>
          <a:bodyPr anchor="b"/>
          <a:lstStyle>
            <a:lvl1pPr marL="0" indent="0" rtl="0">
              <a:lnSpc>
                <a:spcPct val="80000"/>
              </a:lnSpc>
              <a:buFont typeface="Arial" panose="020B0604020202020204" pitchFamily="34" charset="0"/>
              <a:buNone/>
              <a:defRPr sz="7000">
                <a:solidFill>
                  <a:schemeClr val="bg2"/>
                </a:solidFill>
                <a:latin typeface="+mj-lt"/>
              </a:defRPr>
            </a:lvl1pPr>
            <a:lvl2pPr>
              <a:defRPr sz="7000">
                <a:latin typeface="+mj-lt"/>
              </a:defRPr>
            </a:lvl2pPr>
            <a:lvl3pPr>
              <a:defRPr sz="7000">
                <a:latin typeface="+mj-lt"/>
              </a:defRPr>
            </a:lvl3pPr>
            <a:lvl4pPr>
              <a:defRPr sz="7000">
                <a:latin typeface="+mj-lt"/>
              </a:defRPr>
            </a:lvl4pPr>
            <a:lvl5pPr>
              <a:defRPr sz="7000">
                <a:latin typeface="+mj-lt"/>
              </a:defRPr>
            </a:lvl5pPr>
          </a:lstStyle>
          <a:p>
            <a:pPr lvl="0"/>
            <a:r>
              <a:rPr lang="de-DE" dirty="0"/>
              <a:t>Titelfolie</a:t>
            </a:r>
          </a:p>
          <a:p>
            <a:pPr lvl="0"/>
            <a:r>
              <a:rPr lang="de-DE" dirty="0"/>
              <a:t>Headline zwei- / dreizeilig über gesamte Breite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6534EDF-53EF-8037-725E-7C053DE0039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4" y="5816600"/>
            <a:ext cx="6250664" cy="492125"/>
          </a:xfrm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 sz="28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Titelfolie </a:t>
            </a:r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6" name="Textplatzhalter 17">
            <a:extLst>
              <a:ext uri="{FF2B5EF4-FFF2-40B4-BE49-F238E27FC236}">
                <a16:creationId xmlns:a16="http://schemas.microsoft.com/office/drawing/2014/main" id="{5B6A62F0-4243-B24C-8C65-A1E38494C4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89523" y="441729"/>
            <a:ext cx="3190673" cy="853660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154679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kative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203144A-7A8B-EDC0-40D4-2E9C016405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77919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03144A-7A8B-EDC0-40D4-2E9C016405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Box 4">
            <a:extLst>
              <a:ext uri="{FF2B5EF4-FFF2-40B4-BE49-F238E27FC236}">
                <a16:creationId xmlns:a16="http://schemas.microsoft.com/office/drawing/2014/main" id="{F60A7B8F-4253-A940-8DA9-F18597354183}"/>
              </a:ext>
            </a:extLst>
          </p:cNvPr>
          <p:cNvSpPr/>
          <p:nvPr userDrawn="1"/>
        </p:nvSpPr>
        <p:spPr>
          <a:xfrm>
            <a:off x="8762737" y="5143307"/>
            <a:ext cx="1714693" cy="1714693"/>
          </a:xfrm>
          <a:custGeom>
            <a:avLst/>
            <a:gdLst/>
            <a:ahLst/>
            <a:cxnLst/>
            <a:rect l="l" t="t" r="r" b="b"/>
            <a:pathLst>
              <a:path w="2827654" h="2827654">
                <a:moveTo>
                  <a:pt x="2827201" y="0"/>
                </a:moveTo>
                <a:lnTo>
                  <a:pt x="0" y="0"/>
                </a:lnTo>
                <a:lnTo>
                  <a:pt x="0" y="2827201"/>
                </a:lnTo>
                <a:lnTo>
                  <a:pt x="2827201" y="2827201"/>
                </a:lnTo>
                <a:lnTo>
                  <a:pt x="2827201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27" name="Box 5">
            <a:extLst>
              <a:ext uri="{FF2B5EF4-FFF2-40B4-BE49-F238E27FC236}">
                <a16:creationId xmlns:a16="http://schemas.microsoft.com/office/drawing/2014/main" id="{0D516B6E-66DE-020F-ED99-1A9E2F5FA845}"/>
              </a:ext>
            </a:extLst>
          </p:cNvPr>
          <p:cNvSpPr/>
          <p:nvPr userDrawn="1"/>
        </p:nvSpPr>
        <p:spPr>
          <a:xfrm>
            <a:off x="10477307" y="3428728"/>
            <a:ext cx="1714693" cy="1714693"/>
          </a:xfrm>
          <a:custGeom>
            <a:avLst/>
            <a:gdLst/>
            <a:ahLst/>
            <a:cxnLst/>
            <a:rect l="l" t="t" r="r" b="b"/>
            <a:pathLst>
              <a:path w="2827654" h="2827654">
                <a:moveTo>
                  <a:pt x="2827201" y="0"/>
                </a:moveTo>
                <a:lnTo>
                  <a:pt x="0" y="0"/>
                </a:lnTo>
                <a:lnTo>
                  <a:pt x="0" y="2827201"/>
                </a:lnTo>
                <a:lnTo>
                  <a:pt x="2827201" y="2827201"/>
                </a:lnTo>
                <a:lnTo>
                  <a:pt x="2827201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25" name="Bildplatzhalter 24">
            <a:extLst>
              <a:ext uri="{FF2B5EF4-FFF2-40B4-BE49-F238E27FC236}">
                <a16:creationId xmlns:a16="http://schemas.microsoft.com/office/drawing/2014/main" id="{41985140-23F6-7610-07D6-93CD9F94A3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29462" y="0"/>
            <a:ext cx="8762538" cy="6858000"/>
          </a:xfrm>
          <a:custGeom>
            <a:avLst/>
            <a:gdLst>
              <a:gd name="connsiteX0" fmla="*/ 5333275 w 8762538"/>
              <a:gd name="connsiteY0" fmla="*/ 5143307 h 6858000"/>
              <a:gd name="connsiteX1" fmla="*/ 5333275 w 8762538"/>
              <a:gd name="connsiteY1" fmla="*/ 6857725 h 6858000"/>
              <a:gd name="connsiteX2" fmla="*/ 7047692 w 8762538"/>
              <a:gd name="connsiteY2" fmla="*/ 6857725 h 6858000"/>
              <a:gd name="connsiteX3" fmla="*/ 7047693 w 8762538"/>
              <a:gd name="connsiteY3" fmla="*/ 6857725 h 6858000"/>
              <a:gd name="connsiteX4" fmla="*/ 8762104 w 8762538"/>
              <a:gd name="connsiteY4" fmla="*/ 6857725 h 6858000"/>
              <a:gd name="connsiteX5" fmla="*/ 8762104 w 8762538"/>
              <a:gd name="connsiteY5" fmla="*/ 5143307 h 6858000"/>
              <a:gd name="connsiteX6" fmla="*/ 7047693 w 8762538"/>
              <a:gd name="connsiteY6" fmla="*/ 5143307 h 6858000"/>
              <a:gd name="connsiteX7" fmla="*/ 7047692 w 8762538"/>
              <a:gd name="connsiteY7" fmla="*/ 5143307 h 6858000"/>
              <a:gd name="connsiteX8" fmla="*/ 7047845 w 8762538"/>
              <a:gd name="connsiteY8" fmla="*/ 3428728 h 6858000"/>
              <a:gd name="connsiteX9" fmla="*/ 7047845 w 8762538"/>
              <a:gd name="connsiteY9" fmla="*/ 5143146 h 6858000"/>
              <a:gd name="connsiteX10" fmla="*/ 8762263 w 8762538"/>
              <a:gd name="connsiteY10" fmla="*/ 5143146 h 6858000"/>
              <a:gd name="connsiteX11" fmla="*/ 8762263 w 8762538"/>
              <a:gd name="connsiteY11" fmla="*/ 3428728 h 6858000"/>
              <a:gd name="connsiteX12" fmla="*/ 0 w 8762538"/>
              <a:gd name="connsiteY12" fmla="*/ 0 h 6858000"/>
              <a:gd name="connsiteX13" fmla="*/ 1714142 w 8762538"/>
              <a:gd name="connsiteY13" fmla="*/ 0 h 6858000"/>
              <a:gd name="connsiteX14" fmla="*/ 1714142 w 8762538"/>
              <a:gd name="connsiteY14" fmla="*/ 1714417 h 6858000"/>
              <a:gd name="connsiteX15" fmla="*/ 3428553 w 8762538"/>
              <a:gd name="connsiteY15" fmla="*/ 1714417 h 6858000"/>
              <a:gd name="connsiteX16" fmla="*/ 3428553 w 8762538"/>
              <a:gd name="connsiteY16" fmla="*/ 0 h 6858000"/>
              <a:gd name="connsiteX17" fmla="*/ 8762538 w 8762538"/>
              <a:gd name="connsiteY17" fmla="*/ 0 h 6858000"/>
              <a:gd name="connsiteX18" fmla="*/ 8762538 w 8762538"/>
              <a:gd name="connsiteY18" fmla="*/ 6858000 h 6858000"/>
              <a:gd name="connsiteX19" fmla="*/ 0 w 8762538"/>
              <a:gd name="connsiteY19" fmla="*/ 6858000 h 6858000"/>
              <a:gd name="connsiteX20" fmla="*/ 0 w 8762538"/>
              <a:gd name="connsiteY20" fmla="*/ 6855904 h 6858000"/>
              <a:gd name="connsiteX21" fmla="*/ 1713444 w 8762538"/>
              <a:gd name="connsiteY21" fmla="*/ 6855904 h 6858000"/>
              <a:gd name="connsiteX22" fmla="*/ 1713444 w 8762538"/>
              <a:gd name="connsiteY22" fmla="*/ 1714340 h 6858000"/>
              <a:gd name="connsiteX23" fmla="*/ 0 w 8762538"/>
              <a:gd name="connsiteY23" fmla="*/ 1714340 h 6858000"/>
              <a:gd name="connsiteX0" fmla="*/ 5333275 w 8762538"/>
              <a:gd name="connsiteY0" fmla="*/ 5143307 h 6858000"/>
              <a:gd name="connsiteX1" fmla="*/ 5333275 w 8762538"/>
              <a:gd name="connsiteY1" fmla="*/ 6857725 h 6858000"/>
              <a:gd name="connsiteX2" fmla="*/ 7047692 w 8762538"/>
              <a:gd name="connsiteY2" fmla="*/ 6857725 h 6858000"/>
              <a:gd name="connsiteX3" fmla="*/ 7047693 w 8762538"/>
              <a:gd name="connsiteY3" fmla="*/ 6857725 h 6858000"/>
              <a:gd name="connsiteX4" fmla="*/ 8762104 w 8762538"/>
              <a:gd name="connsiteY4" fmla="*/ 6857725 h 6858000"/>
              <a:gd name="connsiteX5" fmla="*/ 8762104 w 8762538"/>
              <a:gd name="connsiteY5" fmla="*/ 5143307 h 6858000"/>
              <a:gd name="connsiteX6" fmla="*/ 7047693 w 8762538"/>
              <a:gd name="connsiteY6" fmla="*/ 5143307 h 6858000"/>
              <a:gd name="connsiteX7" fmla="*/ 7047692 w 8762538"/>
              <a:gd name="connsiteY7" fmla="*/ 5143307 h 6858000"/>
              <a:gd name="connsiteX8" fmla="*/ 5333275 w 8762538"/>
              <a:gd name="connsiteY8" fmla="*/ 5143307 h 6858000"/>
              <a:gd name="connsiteX9" fmla="*/ 7047845 w 8762538"/>
              <a:gd name="connsiteY9" fmla="*/ 3428728 h 6858000"/>
              <a:gd name="connsiteX10" fmla="*/ 7047845 w 8762538"/>
              <a:gd name="connsiteY10" fmla="*/ 5143146 h 6858000"/>
              <a:gd name="connsiteX11" fmla="*/ 8762263 w 8762538"/>
              <a:gd name="connsiteY11" fmla="*/ 5143146 h 6858000"/>
              <a:gd name="connsiteX12" fmla="*/ 8762263 w 8762538"/>
              <a:gd name="connsiteY12" fmla="*/ 3428728 h 6858000"/>
              <a:gd name="connsiteX13" fmla="*/ 7047845 w 8762538"/>
              <a:gd name="connsiteY13" fmla="*/ 3428728 h 6858000"/>
              <a:gd name="connsiteX14" fmla="*/ 0 w 8762538"/>
              <a:gd name="connsiteY14" fmla="*/ 0 h 6858000"/>
              <a:gd name="connsiteX15" fmla="*/ 1714142 w 8762538"/>
              <a:gd name="connsiteY15" fmla="*/ 0 h 6858000"/>
              <a:gd name="connsiteX16" fmla="*/ 1714142 w 8762538"/>
              <a:gd name="connsiteY16" fmla="*/ 1714417 h 6858000"/>
              <a:gd name="connsiteX17" fmla="*/ 3428553 w 8762538"/>
              <a:gd name="connsiteY17" fmla="*/ 1714417 h 6858000"/>
              <a:gd name="connsiteX18" fmla="*/ 3428553 w 8762538"/>
              <a:gd name="connsiteY18" fmla="*/ 0 h 6858000"/>
              <a:gd name="connsiteX19" fmla="*/ 8762538 w 8762538"/>
              <a:gd name="connsiteY19" fmla="*/ 0 h 6858000"/>
              <a:gd name="connsiteX20" fmla="*/ 8762538 w 8762538"/>
              <a:gd name="connsiteY20" fmla="*/ 6858000 h 6858000"/>
              <a:gd name="connsiteX21" fmla="*/ 0 w 8762538"/>
              <a:gd name="connsiteY21" fmla="*/ 6858000 h 6858000"/>
              <a:gd name="connsiteX22" fmla="*/ 1713444 w 8762538"/>
              <a:gd name="connsiteY22" fmla="*/ 6855904 h 6858000"/>
              <a:gd name="connsiteX23" fmla="*/ 1713444 w 8762538"/>
              <a:gd name="connsiteY23" fmla="*/ 1714340 h 6858000"/>
              <a:gd name="connsiteX24" fmla="*/ 0 w 8762538"/>
              <a:gd name="connsiteY24" fmla="*/ 1714340 h 6858000"/>
              <a:gd name="connsiteX25" fmla="*/ 0 w 8762538"/>
              <a:gd name="connsiteY25" fmla="*/ 0 h 6858000"/>
              <a:gd name="connsiteX0" fmla="*/ 5333275 w 8762538"/>
              <a:gd name="connsiteY0" fmla="*/ 5143307 h 6858000"/>
              <a:gd name="connsiteX1" fmla="*/ 5333275 w 8762538"/>
              <a:gd name="connsiteY1" fmla="*/ 6857725 h 6858000"/>
              <a:gd name="connsiteX2" fmla="*/ 7047692 w 8762538"/>
              <a:gd name="connsiteY2" fmla="*/ 6857725 h 6858000"/>
              <a:gd name="connsiteX3" fmla="*/ 7047693 w 8762538"/>
              <a:gd name="connsiteY3" fmla="*/ 6857725 h 6858000"/>
              <a:gd name="connsiteX4" fmla="*/ 8762104 w 8762538"/>
              <a:gd name="connsiteY4" fmla="*/ 6857725 h 6858000"/>
              <a:gd name="connsiteX5" fmla="*/ 8762104 w 8762538"/>
              <a:gd name="connsiteY5" fmla="*/ 5143307 h 6858000"/>
              <a:gd name="connsiteX6" fmla="*/ 7047693 w 8762538"/>
              <a:gd name="connsiteY6" fmla="*/ 5143307 h 6858000"/>
              <a:gd name="connsiteX7" fmla="*/ 7047692 w 8762538"/>
              <a:gd name="connsiteY7" fmla="*/ 5143307 h 6858000"/>
              <a:gd name="connsiteX8" fmla="*/ 5333275 w 8762538"/>
              <a:gd name="connsiteY8" fmla="*/ 5143307 h 6858000"/>
              <a:gd name="connsiteX9" fmla="*/ 7047845 w 8762538"/>
              <a:gd name="connsiteY9" fmla="*/ 3428728 h 6858000"/>
              <a:gd name="connsiteX10" fmla="*/ 7047845 w 8762538"/>
              <a:gd name="connsiteY10" fmla="*/ 5143146 h 6858000"/>
              <a:gd name="connsiteX11" fmla="*/ 8762263 w 8762538"/>
              <a:gd name="connsiteY11" fmla="*/ 5143146 h 6858000"/>
              <a:gd name="connsiteX12" fmla="*/ 8762263 w 8762538"/>
              <a:gd name="connsiteY12" fmla="*/ 3428728 h 6858000"/>
              <a:gd name="connsiteX13" fmla="*/ 7047845 w 8762538"/>
              <a:gd name="connsiteY13" fmla="*/ 3428728 h 6858000"/>
              <a:gd name="connsiteX14" fmla="*/ 0 w 8762538"/>
              <a:gd name="connsiteY14" fmla="*/ 0 h 6858000"/>
              <a:gd name="connsiteX15" fmla="*/ 1714142 w 8762538"/>
              <a:gd name="connsiteY15" fmla="*/ 0 h 6858000"/>
              <a:gd name="connsiteX16" fmla="*/ 1714142 w 8762538"/>
              <a:gd name="connsiteY16" fmla="*/ 1714417 h 6858000"/>
              <a:gd name="connsiteX17" fmla="*/ 3428553 w 8762538"/>
              <a:gd name="connsiteY17" fmla="*/ 1714417 h 6858000"/>
              <a:gd name="connsiteX18" fmla="*/ 3428553 w 8762538"/>
              <a:gd name="connsiteY18" fmla="*/ 0 h 6858000"/>
              <a:gd name="connsiteX19" fmla="*/ 8762538 w 8762538"/>
              <a:gd name="connsiteY19" fmla="*/ 0 h 6858000"/>
              <a:gd name="connsiteX20" fmla="*/ 8762538 w 8762538"/>
              <a:gd name="connsiteY20" fmla="*/ 6858000 h 6858000"/>
              <a:gd name="connsiteX21" fmla="*/ 1713444 w 8762538"/>
              <a:gd name="connsiteY21" fmla="*/ 6855904 h 6858000"/>
              <a:gd name="connsiteX22" fmla="*/ 1713444 w 8762538"/>
              <a:gd name="connsiteY22" fmla="*/ 1714340 h 6858000"/>
              <a:gd name="connsiteX23" fmla="*/ 0 w 8762538"/>
              <a:gd name="connsiteY23" fmla="*/ 1714340 h 6858000"/>
              <a:gd name="connsiteX24" fmla="*/ 0 w 8762538"/>
              <a:gd name="connsiteY2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8762538" h="6858000">
                <a:moveTo>
                  <a:pt x="5333275" y="5143307"/>
                </a:moveTo>
                <a:lnTo>
                  <a:pt x="5333275" y="6857725"/>
                </a:lnTo>
                <a:lnTo>
                  <a:pt x="7047692" y="6857725"/>
                </a:lnTo>
                <a:lnTo>
                  <a:pt x="7047693" y="6857725"/>
                </a:lnTo>
                <a:lnTo>
                  <a:pt x="8762104" y="6857725"/>
                </a:lnTo>
                <a:lnTo>
                  <a:pt x="8762104" y="5143307"/>
                </a:lnTo>
                <a:lnTo>
                  <a:pt x="7047693" y="5143307"/>
                </a:lnTo>
                <a:lnTo>
                  <a:pt x="7047692" y="5143307"/>
                </a:lnTo>
                <a:lnTo>
                  <a:pt x="5333275" y="5143307"/>
                </a:lnTo>
                <a:close/>
                <a:moveTo>
                  <a:pt x="7047845" y="3428728"/>
                </a:moveTo>
                <a:lnTo>
                  <a:pt x="7047845" y="5143146"/>
                </a:lnTo>
                <a:lnTo>
                  <a:pt x="8762263" y="5143146"/>
                </a:lnTo>
                <a:lnTo>
                  <a:pt x="8762263" y="3428728"/>
                </a:lnTo>
                <a:lnTo>
                  <a:pt x="7047845" y="3428728"/>
                </a:lnTo>
                <a:close/>
                <a:moveTo>
                  <a:pt x="0" y="0"/>
                </a:moveTo>
                <a:lnTo>
                  <a:pt x="1714142" y="0"/>
                </a:lnTo>
                <a:lnTo>
                  <a:pt x="1714142" y="1714417"/>
                </a:lnTo>
                <a:lnTo>
                  <a:pt x="3428553" y="1714417"/>
                </a:lnTo>
                <a:lnTo>
                  <a:pt x="3428553" y="0"/>
                </a:lnTo>
                <a:lnTo>
                  <a:pt x="8762538" y="0"/>
                </a:lnTo>
                <a:lnTo>
                  <a:pt x="8762538" y="6858000"/>
                </a:lnTo>
                <a:lnTo>
                  <a:pt x="1713444" y="6855904"/>
                </a:lnTo>
                <a:lnTo>
                  <a:pt x="1713444" y="1714340"/>
                </a:lnTo>
                <a:lnTo>
                  <a:pt x="0" y="171434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endParaRPr lang="de-DE"/>
          </a:p>
        </p:txBody>
      </p:sp>
      <p:sp>
        <p:nvSpPr>
          <p:cNvPr id="5" name="Box 1">
            <a:extLst>
              <a:ext uri="{FF2B5EF4-FFF2-40B4-BE49-F238E27FC236}">
                <a16:creationId xmlns:a16="http://schemas.microsoft.com/office/drawing/2014/main" id="{8CE6E4E5-962A-66C1-A314-CB59CE216890}"/>
              </a:ext>
            </a:extLst>
          </p:cNvPr>
          <p:cNvSpPr/>
          <p:nvPr userDrawn="1"/>
        </p:nvSpPr>
        <p:spPr>
          <a:xfrm>
            <a:off x="428" y="0"/>
            <a:ext cx="1714693" cy="1714693"/>
          </a:xfrm>
          <a:custGeom>
            <a:avLst/>
            <a:gdLst/>
            <a:ahLst/>
            <a:cxnLst/>
            <a:rect l="l" t="t" r="r" b="b"/>
            <a:pathLst>
              <a:path w="2827655" h="2827655">
                <a:moveTo>
                  <a:pt x="2827170" y="0"/>
                </a:moveTo>
                <a:lnTo>
                  <a:pt x="0" y="0"/>
                </a:lnTo>
                <a:lnTo>
                  <a:pt x="0" y="2827201"/>
                </a:lnTo>
                <a:lnTo>
                  <a:pt x="2827170" y="2827201"/>
                </a:lnTo>
                <a:lnTo>
                  <a:pt x="2827170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6" name="Box 2">
            <a:extLst>
              <a:ext uri="{FF2B5EF4-FFF2-40B4-BE49-F238E27FC236}">
                <a16:creationId xmlns:a16="http://schemas.microsoft.com/office/drawing/2014/main" id="{0E182023-1813-9AA7-92C8-CCAA481FC0BB}"/>
              </a:ext>
            </a:extLst>
          </p:cNvPr>
          <p:cNvSpPr/>
          <p:nvPr userDrawn="1"/>
        </p:nvSpPr>
        <p:spPr>
          <a:xfrm>
            <a:off x="1714769" y="1714341"/>
            <a:ext cx="1714693" cy="1714693"/>
          </a:xfrm>
          <a:custGeom>
            <a:avLst/>
            <a:gdLst/>
            <a:ahLst/>
            <a:cxnLst/>
            <a:rect l="l" t="t" r="r" b="b"/>
            <a:pathLst>
              <a:path w="2827654" h="2827654">
                <a:moveTo>
                  <a:pt x="2827201" y="0"/>
                </a:moveTo>
                <a:lnTo>
                  <a:pt x="0" y="0"/>
                </a:lnTo>
                <a:lnTo>
                  <a:pt x="0" y="2827201"/>
                </a:lnTo>
                <a:lnTo>
                  <a:pt x="2827201" y="2827201"/>
                </a:lnTo>
                <a:lnTo>
                  <a:pt x="2827201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5EA5873D-AF06-607D-43ED-D41CFCF4A0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923463" y="432000"/>
            <a:ext cx="1933575" cy="517325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C74681A2-10C1-98D6-2EA9-190A8C0D3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3779174"/>
            <a:ext cx="4586287" cy="2529551"/>
          </a:xfrm>
        </p:spPr>
        <p:txBody>
          <a:bodyPr vert="horz">
            <a:noAutofit/>
          </a:bodyPr>
          <a:lstStyle>
            <a:lvl1pPr rtl="0">
              <a:defRPr>
                <a:solidFill>
                  <a:schemeClr val="accent4"/>
                </a:solidFill>
              </a:defRPr>
            </a:lvl1pPr>
          </a:lstStyle>
          <a:p>
            <a:pPr lvl="0"/>
            <a:r>
              <a:rPr lang="de-DE" dirty="0"/>
              <a:t>Mastertitelformat bearbeiten</a:t>
            </a:r>
          </a:p>
        </p:txBody>
      </p:sp>
      <p:sp>
        <p:nvSpPr>
          <p:cNvPr id="7" name="Fußzeilenplatzhalter 15">
            <a:extLst>
              <a:ext uri="{FF2B5EF4-FFF2-40B4-BE49-F238E27FC236}">
                <a16:creationId xmlns:a16="http://schemas.microsoft.com/office/drawing/2014/main" id="{E9592A1C-BF23-655B-9CD7-31B1A70291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9" name="Foliennummernplatzhalter 16">
            <a:extLst>
              <a:ext uri="{FF2B5EF4-FFF2-40B4-BE49-F238E27FC236}">
                <a16:creationId xmlns:a16="http://schemas.microsoft.com/office/drawing/2014/main" id="{F864353D-E701-8839-D967-244B80FF08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6111788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8587EF3-1787-78E3-5B5A-6B79B487DEA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4770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8587EF3-1787-78E3-5B5A-6B79B487DE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Bildplatzhalter 19">
            <a:extLst>
              <a:ext uri="{FF2B5EF4-FFF2-40B4-BE49-F238E27FC236}">
                <a16:creationId xmlns:a16="http://schemas.microsoft.com/office/drawing/2014/main" id="{E67A23EF-4C68-2342-F969-570A08FFB57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4495" y="-15875"/>
            <a:ext cx="4839921" cy="6873875"/>
          </a:xfrm>
          <a:custGeom>
            <a:avLst/>
            <a:gdLst>
              <a:gd name="connsiteX0" fmla="*/ 4286377 w 6000750"/>
              <a:gd name="connsiteY0" fmla="*/ 3647787 h 4505325"/>
              <a:gd name="connsiteX1" fmla="*/ 4286377 w 6000750"/>
              <a:gd name="connsiteY1" fmla="*/ 4504977 h 4505325"/>
              <a:gd name="connsiteX2" fmla="*/ 5143567 w 6000750"/>
              <a:gd name="connsiteY2" fmla="*/ 4504977 h 4505325"/>
              <a:gd name="connsiteX3" fmla="*/ 5143567 w 6000750"/>
              <a:gd name="connsiteY3" fmla="*/ 3647787 h 4505325"/>
              <a:gd name="connsiteX4" fmla="*/ 0 w 6000750"/>
              <a:gd name="connsiteY4" fmla="*/ 0 h 4505325"/>
              <a:gd name="connsiteX5" fmla="*/ 5143566 w 6000750"/>
              <a:gd name="connsiteY5" fmla="*/ 0 h 4505325"/>
              <a:gd name="connsiteX6" fmla="*/ 5143566 w 6000750"/>
              <a:gd name="connsiteY6" fmla="*/ 3645561 h 4505325"/>
              <a:gd name="connsiteX7" fmla="*/ 6000017 w 6000750"/>
              <a:gd name="connsiteY7" fmla="*/ 3645561 h 4505325"/>
              <a:gd name="connsiteX8" fmla="*/ 6000017 w 6000750"/>
              <a:gd name="connsiteY8" fmla="*/ 0 h 4505325"/>
              <a:gd name="connsiteX9" fmla="*/ 6000750 w 6000750"/>
              <a:gd name="connsiteY9" fmla="*/ 0 h 4505325"/>
              <a:gd name="connsiteX10" fmla="*/ 6000750 w 6000750"/>
              <a:gd name="connsiteY10" fmla="*/ 4505325 h 4505325"/>
              <a:gd name="connsiteX11" fmla="*/ 0 w 6000750"/>
              <a:gd name="connsiteY11" fmla="*/ 4505325 h 4505325"/>
              <a:gd name="connsiteX0" fmla="*/ 4286377 w 6000750"/>
              <a:gd name="connsiteY0" fmla="*/ 3647787 h 4505325"/>
              <a:gd name="connsiteX1" fmla="*/ 4286377 w 6000750"/>
              <a:gd name="connsiteY1" fmla="*/ 4504977 h 4505325"/>
              <a:gd name="connsiteX2" fmla="*/ 5143567 w 6000750"/>
              <a:gd name="connsiteY2" fmla="*/ 4504977 h 4505325"/>
              <a:gd name="connsiteX3" fmla="*/ 5143567 w 6000750"/>
              <a:gd name="connsiteY3" fmla="*/ 3647787 h 4505325"/>
              <a:gd name="connsiteX4" fmla="*/ 4286377 w 6000750"/>
              <a:gd name="connsiteY4" fmla="*/ 3647787 h 4505325"/>
              <a:gd name="connsiteX5" fmla="*/ 0 w 6000750"/>
              <a:gd name="connsiteY5" fmla="*/ 0 h 4505325"/>
              <a:gd name="connsiteX6" fmla="*/ 5143566 w 6000750"/>
              <a:gd name="connsiteY6" fmla="*/ 0 h 4505325"/>
              <a:gd name="connsiteX7" fmla="*/ 5143566 w 6000750"/>
              <a:gd name="connsiteY7" fmla="*/ 3645561 h 4505325"/>
              <a:gd name="connsiteX8" fmla="*/ 6000017 w 6000750"/>
              <a:gd name="connsiteY8" fmla="*/ 3645561 h 4505325"/>
              <a:gd name="connsiteX9" fmla="*/ 6000017 w 6000750"/>
              <a:gd name="connsiteY9" fmla="*/ 0 h 4505325"/>
              <a:gd name="connsiteX10" fmla="*/ 6000750 w 6000750"/>
              <a:gd name="connsiteY10" fmla="*/ 4505325 h 4505325"/>
              <a:gd name="connsiteX11" fmla="*/ 0 w 6000750"/>
              <a:gd name="connsiteY11" fmla="*/ 4505325 h 4505325"/>
              <a:gd name="connsiteX12" fmla="*/ 0 w 6000750"/>
              <a:gd name="connsiteY12" fmla="*/ 0 h 4505325"/>
              <a:gd name="connsiteX0" fmla="*/ 4286377 w 6000750"/>
              <a:gd name="connsiteY0" fmla="*/ 3647787 h 4505325"/>
              <a:gd name="connsiteX1" fmla="*/ 4286377 w 6000750"/>
              <a:gd name="connsiteY1" fmla="*/ 4504977 h 4505325"/>
              <a:gd name="connsiteX2" fmla="*/ 5143567 w 6000750"/>
              <a:gd name="connsiteY2" fmla="*/ 4504977 h 4505325"/>
              <a:gd name="connsiteX3" fmla="*/ 5143567 w 6000750"/>
              <a:gd name="connsiteY3" fmla="*/ 3647787 h 4505325"/>
              <a:gd name="connsiteX4" fmla="*/ 4286377 w 6000750"/>
              <a:gd name="connsiteY4" fmla="*/ 3647787 h 4505325"/>
              <a:gd name="connsiteX5" fmla="*/ 0 w 6000750"/>
              <a:gd name="connsiteY5" fmla="*/ 0 h 4505325"/>
              <a:gd name="connsiteX6" fmla="*/ 5143566 w 6000750"/>
              <a:gd name="connsiteY6" fmla="*/ 0 h 4505325"/>
              <a:gd name="connsiteX7" fmla="*/ 5143566 w 6000750"/>
              <a:gd name="connsiteY7" fmla="*/ 3645561 h 4505325"/>
              <a:gd name="connsiteX8" fmla="*/ 6000017 w 6000750"/>
              <a:gd name="connsiteY8" fmla="*/ 3645561 h 4505325"/>
              <a:gd name="connsiteX9" fmla="*/ 6000750 w 6000750"/>
              <a:gd name="connsiteY9" fmla="*/ 4505325 h 4505325"/>
              <a:gd name="connsiteX10" fmla="*/ 0 w 6000750"/>
              <a:gd name="connsiteY10" fmla="*/ 4505325 h 4505325"/>
              <a:gd name="connsiteX11" fmla="*/ 0 w 6000750"/>
              <a:gd name="connsiteY11" fmla="*/ 0 h 4505325"/>
              <a:gd name="connsiteX0" fmla="*/ 4286377 w 6000750"/>
              <a:gd name="connsiteY0" fmla="*/ 3647787 h 4505325"/>
              <a:gd name="connsiteX1" fmla="*/ 4286377 w 6000750"/>
              <a:gd name="connsiteY1" fmla="*/ 4504977 h 4505325"/>
              <a:gd name="connsiteX2" fmla="*/ 5143567 w 6000750"/>
              <a:gd name="connsiteY2" fmla="*/ 4504977 h 4505325"/>
              <a:gd name="connsiteX3" fmla="*/ 5143567 w 6000750"/>
              <a:gd name="connsiteY3" fmla="*/ 3647787 h 4505325"/>
              <a:gd name="connsiteX4" fmla="*/ 4286377 w 6000750"/>
              <a:gd name="connsiteY4" fmla="*/ 3647787 h 4505325"/>
              <a:gd name="connsiteX5" fmla="*/ 1149350 w 6000750"/>
              <a:gd name="connsiteY5" fmla="*/ 0 h 4505325"/>
              <a:gd name="connsiteX6" fmla="*/ 5143566 w 6000750"/>
              <a:gd name="connsiteY6" fmla="*/ 0 h 4505325"/>
              <a:gd name="connsiteX7" fmla="*/ 5143566 w 6000750"/>
              <a:gd name="connsiteY7" fmla="*/ 3645561 h 4505325"/>
              <a:gd name="connsiteX8" fmla="*/ 6000017 w 6000750"/>
              <a:gd name="connsiteY8" fmla="*/ 3645561 h 4505325"/>
              <a:gd name="connsiteX9" fmla="*/ 6000750 w 6000750"/>
              <a:gd name="connsiteY9" fmla="*/ 4505325 h 4505325"/>
              <a:gd name="connsiteX10" fmla="*/ 0 w 6000750"/>
              <a:gd name="connsiteY10" fmla="*/ 4505325 h 4505325"/>
              <a:gd name="connsiteX11" fmla="*/ 1149350 w 6000750"/>
              <a:gd name="connsiteY11" fmla="*/ 0 h 4505325"/>
              <a:gd name="connsiteX0" fmla="*/ 3225927 w 4940300"/>
              <a:gd name="connsiteY0" fmla="*/ 3647787 h 4505325"/>
              <a:gd name="connsiteX1" fmla="*/ 3225927 w 4940300"/>
              <a:gd name="connsiteY1" fmla="*/ 4504977 h 4505325"/>
              <a:gd name="connsiteX2" fmla="*/ 4083117 w 4940300"/>
              <a:gd name="connsiteY2" fmla="*/ 4504977 h 4505325"/>
              <a:gd name="connsiteX3" fmla="*/ 4083117 w 4940300"/>
              <a:gd name="connsiteY3" fmla="*/ 3647787 h 4505325"/>
              <a:gd name="connsiteX4" fmla="*/ 3225927 w 4940300"/>
              <a:gd name="connsiteY4" fmla="*/ 3647787 h 4505325"/>
              <a:gd name="connsiteX5" fmla="*/ 88900 w 4940300"/>
              <a:gd name="connsiteY5" fmla="*/ 0 h 4505325"/>
              <a:gd name="connsiteX6" fmla="*/ 4083116 w 4940300"/>
              <a:gd name="connsiteY6" fmla="*/ 0 h 4505325"/>
              <a:gd name="connsiteX7" fmla="*/ 4083116 w 4940300"/>
              <a:gd name="connsiteY7" fmla="*/ 3645561 h 4505325"/>
              <a:gd name="connsiteX8" fmla="*/ 4939567 w 4940300"/>
              <a:gd name="connsiteY8" fmla="*/ 3645561 h 4505325"/>
              <a:gd name="connsiteX9" fmla="*/ 4940300 w 4940300"/>
              <a:gd name="connsiteY9" fmla="*/ 4505325 h 4505325"/>
              <a:gd name="connsiteX10" fmla="*/ 0 w 4940300"/>
              <a:gd name="connsiteY10" fmla="*/ 4505325 h 4505325"/>
              <a:gd name="connsiteX11" fmla="*/ 88900 w 4940300"/>
              <a:gd name="connsiteY11" fmla="*/ 0 h 4505325"/>
              <a:gd name="connsiteX0" fmla="*/ 3137027 w 4851400"/>
              <a:gd name="connsiteY0" fmla="*/ 3647787 h 4505325"/>
              <a:gd name="connsiteX1" fmla="*/ 3137027 w 4851400"/>
              <a:gd name="connsiteY1" fmla="*/ 4504977 h 4505325"/>
              <a:gd name="connsiteX2" fmla="*/ 3994217 w 4851400"/>
              <a:gd name="connsiteY2" fmla="*/ 4504977 h 4505325"/>
              <a:gd name="connsiteX3" fmla="*/ 3994217 w 4851400"/>
              <a:gd name="connsiteY3" fmla="*/ 3647787 h 4505325"/>
              <a:gd name="connsiteX4" fmla="*/ 3137027 w 4851400"/>
              <a:gd name="connsiteY4" fmla="*/ 3647787 h 4505325"/>
              <a:gd name="connsiteX5" fmla="*/ 0 w 4851400"/>
              <a:gd name="connsiteY5" fmla="*/ 0 h 4505325"/>
              <a:gd name="connsiteX6" fmla="*/ 3994216 w 4851400"/>
              <a:gd name="connsiteY6" fmla="*/ 0 h 4505325"/>
              <a:gd name="connsiteX7" fmla="*/ 3994216 w 4851400"/>
              <a:gd name="connsiteY7" fmla="*/ 3645561 h 4505325"/>
              <a:gd name="connsiteX8" fmla="*/ 4850667 w 4851400"/>
              <a:gd name="connsiteY8" fmla="*/ 3645561 h 4505325"/>
              <a:gd name="connsiteX9" fmla="*/ 4851400 w 4851400"/>
              <a:gd name="connsiteY9" fmla="*/ 4505325 h 4505325"/>
              <a:gd name="connsiteX10" fmla="*/ 107950 w 4851400"/>
              <a:gd name="connsiteY10" fmla="*/ 4505325 h 4505325"/>
              <a:gd name="connsiteX11" fmla="*/ 0 w 4851400"/>
              <a:gd name="connsiteY11" fmla="*/ 0 h 4505325"/>
              <a:gd name="connsiteX0" fmla="*/ 3137027 w 4851400"/>
              <a:gd name="connsiteY0" fmla="*/ 3647787 h 4505325"/>
              <a:gd name="connsiteX1" fmla="*/ 3137027 w 4851400"/>
              <a:gd name="connsiteY1" fmla="*/ 4504977 h 4505325"/>
              <a:gd name="connsiteX2" fmla="*/ 3994217 w 4851400"/>
              <a:gd name="connsiteY2" fmla="*/ 4504977 h 4505325"/>
              <a:gd name="connsiteX3" fmla="*/ 3994217 w 4851400"/>
              <a:gd name="connsiteY3" fmla="*/ 3647787 h 4505325"/>
              <a:gd name="connsiteX4" fmla="*/ 3137027 w 4851400"/>
              <a:gd name="connsiteY4" fmla="*/ 3647787 h 4505325"/>
              <a:gd name="connsiteX5" fmla="*/ 0 w 4851400"/>
              <a:gd name="connsiteY5" fmla="*/ 0 h 4505325"/>
              <a:gd name="connsiteX6" fmla="*/ 3994216 w 4851400"/>
              <a:gd name="connsiteY6" fmla="*/ 0 h 4505325"/>
              <a:gd name="connsiteX7" fmla="*/ 3994216 w 4851400"/>
              <a:gd name="connsiteY7" fmla="*/ 3645561 h 4505325"/>
              <a:gd name="connsiteX8" fmla="*/ 4850667 w 4851400"/>
              <a:gd name="connsiteY8" fmla="*/ 3645561 h 4505325"/>
              <a:gd name="connsiteX9" fmla="*/ 4851400 w 4851400"/>
              <a:gd name="connsiteY9" fmla="*/ 4505325 h 4505325"/>
              <a:gd name="connsiteX10" fmla="*/ 12700 w 4851400"/>
              <a:gd name="connsiteY10" fmla="*/ 4505325 h 4505325"/>
              <a:gd name="connsiteX11" fmla="*/ 0 w 4851400"/>
              <a:gd name="connsiteY11" fmla="*/ 0 h 4505325"/>
              <a:gd name="connsiteX0" fmla="*/ 3125097 w 4839470"/>
              <a:gd name="connsiteY0" fmla="*/ 3647787 h 4505325"/>
              <a:gd name="connsiteX1" fmla="*/ 3125097 w 4839470"/>
              <a:gd name="connsiteY1" fmla="*/ 4504977 h 4505325"/>
              <a:gd name="connsiteX2" fmla="*/ 3982287 w 4839470"/>
              <a:gd name="connsiteY2" fmla="*/ 4504977 h 4505325"/>
              <a:gd name="connsiteX3" fmla="*/ 3982287 w 4839470"/>
              <a:gd name="connsiteY3" fmla="*/ 3647787 h 4505325"/>
              <a:gd name="connsiteX4" fmla="*/ 3125097 w 4839470"/>
              <a:gd name="connsiteY4" fmla="*/ 3647787 h 4505325"/>
              <a:gd name="connsiteX5" fmla="*/ 7120 w 4839470"/>
              <a:gd name="connsiteY5" fmla="*/ 0 h 4505325"/>
              <a:gd name="connsiteX6" fmla="*/ 3982286 w 4839470"/>
              <a:gd name="connsiteY6" fmla="*/ 0 h 4505325"/>
              <a:gd name="connsiteX7" fmla="*/ 3982286 w 4839470"/>
              <a:gd name="connsiteY7" fmla="*/ 3645561 h 4505325"/>
              <a:gd name="connsiteX8" fmla="*/ 4838737 w 4839470"/>
              <a:gd name="connsiteY8" fmla="*/ 3645561 h 4505325"/>
              <a:gd name="connsiteX9" fmla="*/ 4839470 w 4839470"/>
              <a:gd name="connsiteY9" fmla="*/ 4505325 h 4505325"/>
              <a:gd name="connsiteX10" fmla="*/ 770 w 4839470"/>
              <a:gd name="connsiteY10" fmla="*/ 4505325 h 4505325"/>
              <a:gd name="connsiteX11" fmla="*/ 7120 w 4839470"/>
              <a:gd name="connsiteY11" fmla="*/ 0 h 4505325"/>
              <a:gd name="connsiteX0" fmla="*/ 3125548 w 4839921"/>
              <a:gd name="connsiteY0" fmla="*/ 6016337 h 6873875"/>
              <a:gd name="connsiteX1" fmla="*/ 3125548 w 4839921"/>
              <a:gd name="connsiteY1" fmla="*/ 6873527 h 6873875"/>
              <a:gd name="connsiteX2" fmla="*/ 3982738 w 4839921"/>
              <a:gd name="connsiteY2" fmla="*/ 6873527 h 6873875"/>
              <a:gd name="connsiteX3" fmla="*/ 3982738 w 4839921"/>
              <a:gd name="connsiteY3" fmla="*/ 6016337 h 6873875"/>
              <a:gd name="connsiteX4" fmla="*/ 3125548 w 4839921"/>
              <a:gd name="connsiteY4" fmla="*/ 6016337 h 6873875"/>
              <a:gd name="connsiteX5" fmla="*/ 1221 w 4839921"/>
              <a:gd name="connsiteY5" fmla="*/ 0 h 6873875"/>
              <a:gd name="connsiteX6" fmla="*/ 3982737 w 4839921"/>
              <a:gd name="connsiteY6" fmla="*/ 2368550 h 6873875"/>
              <a:gd name="connsiteX7" fmla="*/ 3982737 w 4839921"/>
              <a:gd name="connsiteY7" fmla="*/ 6014111 h 6873875"/>
              <a:gd name="connsiteX8" fmla="*/ 4839188 w 4839921"/>
              <a:gd name="connsiteY8" fmla="*/ 6014111 h 6873875"/>
              <a:gd name="connsiteX9" fmla="*/ 4839921 w 4839921"/>
              <a:gd name="connsiteY9" fmla="*/ 6873875 h 6873875"/>
              <a:gd name="connsiteX10" fmla="*/ 1221 w 4839921"/>
              <a:gd name="connsiteY10" fmla="*/ 6873875 h 6873875"/>
              <a:gd name="connsiteX11" fmla="*/ 1221 w 4839921"/>
              <a:gd name="connsiteY11" fmla="*/ 0 h 6873875"/>
              <a:gd name="connsiteX0" fmla="*/ 3125548 w 4839921"/>
              <a:gd name="connsiteY0" fmla="*/ 6016337 h 6873875"/>
              <a:gd name="connsiteX1" fmla="*/ 3125548 w 4839921"/>
              <a:gd name="connsiteY1" fmla="*/ 6873527 h 6873875"/>
              <a:gd name="connsiteX2" fmla="*/ 3982738 w 4839921"/>
              <a:gd name="connsiteY2" fmla="*/ 6873527 h 6873875"/>
              <a:gd name="connsiteX3" fmla="*/ 3982738 w 4839921"/>
              <a:gd name="connsiteY3" fmla="*/ 6016337 h 6873875"/>
              <a:gd name="connsiteX4" fmla="*/ 3125548 w 4839921"/>
              <a:gd name="connsiteY4" fmla="*/ 6016337 h 6873875"/>
              <a:gd name="connsiteX5" fmla="*/ 1221 w 4839921"/>
              <a:gd name="connsiteY5" fmla="*/ 0 h 6873875"/>
              <a:gd name="connsiteX6" fmla="*/ 3982737 w 4839921"/>
              <a:gd name="connsiteY6" fmla="*/ 12700 h 6873875"/>
              <a:gd name="connsiteX7" fmla="*/ 3982737 w 4839921"/>
              <a:gd name="connsiteY7" fmla="*/ 6014111 h 6873875"/>
              <a:gd name="connsiteX8" fmla="*/ 4839188 w 4839921"/>
              <a:gd name="connsiteY8" fmla="*/ 6014111 h 6873875"/>
              <a:gd name="connsiteX9" fmla="*/ 4839921 w 4839921"/>
              <a:gd name="connsiteY9" fmla="*/ 6873875 h 6873875"/>
              <a:gd name="connsiteX10" fmla="*/ 1221 w 4839921"/>
              <a:gd name="connsiteY10" fmla="*/ 6873875 h 6873875"/>
              <a:gd name="connsiteX11" fmla="*/ 1221 w 4839921"/>
              <a:gd name="connsiteY11" fmla="*/ 0 h 6873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839921" h="6873875">
                <a:moveTo>
                  <a:pt x="3125548" y="6016337"/>
                </a:moveTo>
                <a:lnTo>
                  <a:pt x="3125548" y="6873527"/>
                </a:lnTo>
                <a:lnTo>
                  <a:pt x="3982738" y="6873527"/>
                </a:lnTo>
                <a:lnTo>
                  <a:pt x="3982738" y="6016337"/>
                </a:lnTo>
                <a:lnTo>
                  <a:pt x="3125548" y="6016337"/>
                </a:lnTo>
                <a:close/>
                <a:moveTo>
                  <a:pt x="1221" y="0"/>
                </a:moveTo>
                <a:lnTo>
                  <a:pt x="3982737" y="12700"/>
                </a:lnTo>
                <a:lnTo>
                  <a:pt x="3982737" y="6014111"/>
                </a:lnTo>
                <a:lnTo>
                  <a:pt x="4839188" y="6014111"/>
                </a:lnTo>
                <a:cubicBezTo>
                  <a:pt x="4839432" y="6300699"/>
                  <a:pt x="4839677" y="6587287"/>
                  <a:pt x="4839921" y="6873875"/>
                </a:cubicBezTo>
                <a:lnTo>
                  <a:pt x="1221" y="6873875"/>
                </a:lnTo>
                <a:cubicBezTo>
                  <a:pt x="-3012" y="5372100"/>
                  <a:pt x="5454" y="1501775"/>
                  <a:pt x="122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8000" tIns="10800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de-AT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6645CE8-4067-DDE3-A568-A5F606CAAD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35426" y="317500"/>
            <a:ext cx="4861024" cy="585788"/>
          </a:xfrm>
        </p:spPr>
        <p:txBody>
          <a:bodyPr vert="horz"/>
          <a:lstStyle>
            <a:lvl1pPr rtl="0">
              <a:defRPr>
                <a:solidFill>
                  <a:schemeClr val="accent4"/>
                </a:solidFill>
              </a:defRPr>
            </a:lvl1pPr>
          </a:lstStyle>
          <a:p>
            <a:r>
              <a:rPr lang="de-DE" dirty="0"/>
              <a:t>Summary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CE174FC-81D5-9F4C-F397-BEED629D30D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35426" y="1484313"/>
            <a:ext cx="476250" cy="476250"/>
          </a:xfrm>
          <a:solidFill>
            <a:schemeClr val="accent4"/>
          </a:solidFill>
        </p:spPr>
        <p:txBody>
          <a:bodyPr anchor="ctr"/>
          <a:lstStyle>
            <a:lvl1pPr marL="0" indent="0" algn="ctr" rtl="0"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4pPr marL="0" indent="0" algn="ctr">
              <a:buFont typeface="Arial" panose="020B0604020202020204" pitchFamily="34" charset="0"/>
              <a:buNone/>
              <a:defRPr sz="1800" baseline="0">
                <a:solidFill>
                  <a:schemeClr val="bg1"/>
                </a:solidFill>
              </a:defRPr>
            </a:lvl4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527924AB-73D4-E56F-294D-A4848674FE9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486400" y="1484313"/>
            <a:ext cx="2641600" cy="300037"/>
          </a:xfrm>
        </p:spPr>
        <p:txBody>
          <a:bodyPr anchor="t"/>
          <a:lstStyle>
            <a:lvl1pPr marL="0" indent="0" rtl="0">
              <a:buFont typeface="Arial" panose="020B0604020202020204" pitchFamily="34" charset="0"/>
              <a:buNone/>
              <a:defRPr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649FE768-A258-5141-344A-A4514AFBDC7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86400" y="1879600"/>
            <a:ext cx="2641600" cy="819150"/>
          </a:xfrm>
        </p:spPr>
        <p:txBody>
          <a:bodyPr vert="horz"/>
          <a:lstStyle>
            <a:lvl1pPr marL="177800" indent="-177800" rtl="0">
              <a:buFontTx/>
              <a:buBlip>
                <a:blip r:embed="rId5"/>
              </a:buBlip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Textplatzhalter 18">
            <a:extLst>
              <a:ext uri="{FF2B5EF4-FFF2-40B4-BE49-F238E27FC236}">
                <a16:creationId xmlns:a16="http://schemas.microsoft.com/office/drawing/2014/main" id="{AB220953-B327-86DF-6608-A4F529D0F75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86400" y="3048001"/>
            <a:ext cx="2641600" cy="300037"/>
          </a:xfrm>
        </p:spPr>
        <p:txBody>
          <a:bodyPr anchor="t"/>
          <a:lstStyle>
            <a:lvl1pPr marL="0" indent="0" rtl="0">
              <a:buFont typeface="Arial" panose="020B0604020202020204" pitchFamily="34" charset="0"/>
              <a:buNone/>
              <a:defRPr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24" name="Textplatzhalter 21">
            <a:extLst>
              <a:ext uri="{FF2B5EF4-FFF2-40B4-BE49-F238E27FC236}">
                <a16:creationId xmlns:a16="http://schemas.microsoft.com/office/drawing/2014/main" id="{53BAD4FD-B295-18F4-B8A2-2DF4F8B813F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486400" y="3443288"/>
            <a:ext cx="2641600" cy="819150"/>
          </a:xfrm>
        </p:spPr>
        <p:txBody>
          <a:bodyPr vert="horz"/>
          <a:lstStyle>
            <a:lvl1pPr marL="177800" indent="-177800" rtl="0">
              <a:buFontTx/>
              <a:buBlip>
                <a:blip r:embed="rId5"/>
              </a:buBlip>
              <a:defRPr lang="de-DE" sz="1200" dirty="0">
                <a:latin typeface="+mn-lt"/>
                <a:ea typeface="+mn-ea"/>
                <a:cs typeface="+mn-cs"/>
              </a:defRPr>
            </a:lvl1pPr>
          </a:lstStyle>
          <a:p>
            <a:pPr marL="177800" lvl="0" indent="-177800" rtl="0">
              <a:spcAft>
                <a:spcPts val="600"/>
              </a:spcAft>
              <a:buFontTx/>
              <a:buBlip>
                <a:blip r:embed="rId5"/>
              </a:buBlip>
            </a:pPr>
            <a:r>
              <a:rPr lang="de-DE" dirty="0"/>
              <a:t>Mastertextformat bearbeiten</a:t>
            </a:r>
          </a:p>
        </p:txBody>
      </p:sp>
      <p:sp>
        <p:nvSpPr>
          <p:cNvPr id="25" name="Textplatzhalter 18">
            <a:extLst>
              <a:ext uri="{FF2B5EF4-FFF2-40B4-BE49-F238E27FC236}">
                <a16:creationId xmlns:a16="http://schemas.microsoft.com/office/drawing/2014/main" id="{A3088D53-C3E2-3ADF-C480-921C16E2A2A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86400" y="4611689"/>
            <a:ext cx="2641600" cy="300037"/>
          </a:xfrm>
        </p:spPr>
        <p:txBody>
          <a:bodyPr anchor="t"/>
          <a:lstStyle>
            <a:lvl1pPr marL="0" indent="0" rtl="0">
              <a:buFont typeface="Arial" panose="020B0604020202020204" pitchFamily="34" charset="0"/>
              <a:buNone/>
              <a:defRPr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26" name="Textplatzhalter 21">
            <a:extLst>
              <a:ext uri="{FF2B5EF4-FFF2-40B4-BE49-F238E27FC236}">
                <a16:creationId xmlns:a16="http://schemas.microsoft.com/office/drawing/2014/main" id="{E20B0AE0-5A38-8235-7B95-0694EF6CC3B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486400" y="5006976"/>
            <a:ext cx="2641600" cy="819150"/>
          </a:xfrm>
        </p:spPr>
        <p:txBody>
          <a:bodyPr vert="horz"/>
          <a:lstStyle>
            <a:lvl1pPr marL="177800" indent="-177800" rtl="0">
              <a:buFontTx/>
              <a:buBlip>
                <a:blip r:embed="rId5"/>
              </a:buBlip>
              <a:defRPr lang="de-DE" sz="1200" dirty="0">
                <a:latin typeface="+mn-lt"/>
                <a:ea typeface="+mn-ea"/>
                <a:cs typeface="+mn-cs"/>
              </a:defRPr>
            </a:lvl1pPr>
          </a:lstStyle>
          <a:p>
            <a:pPr marL="177800" lvl="0" indent="-177800" rtl="0">
              <a:spcAft>
                <a:spcPts val="600"/>
              </a:spcAft>
              <a:buFontTx/>
              <a:buBlip>
                <a:blip r:embed="rId5"/>
              </a:buBlip>
            </a:pPr>
            <a:r>
              <a:rPr lang="de-DE" dirty="0"/>
              <a:t>Mastertextformat bearbeiten</a:t>
            </a:r>
          </a:p>
        </p:txBody>
      </p:sp>
      <p:sp>
        <p:nvSpPr>
          <p:cNvPr id="30" name="Textplatzhalter 18">
            <a:extLst>
              <a:ext uri="{FF2B5EF4-FFF2-40B4-BE49-F238E27FC236}">
                <a16:creationId xmlns:a16="http://schemas.microsoft.com/office/drawing/2014/main" id="{C61AAE36-0749-4112-285C-53799773CA0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215438" y="1484313"/>
            <a:ext cx="2641600" cy="300037"/>
          </a:xfrm>
        </p:spPr>
        <p:txBody>
          <a:bodyPr anchor="t"/>
          <a:lstStyle>
            <a:lvl1pPr marL="0" indent="0" rtl="0">
              <a:buFont typeface="Arial" panose="020B0604020202020204" pitchFamily="34" charset="0"/>
              <a:buNone/>
              <a:defRPr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31" name="Textplatzhalter 21">
            <a:extLst>
              <a:ext uri="{FF2B5EF4-FFF2-40B4-BE49-F238E27FC236}">
                <a16:creationId xmlns:a16="http://schemas.microsoft.com/office/drawing/2014/main" id="{93620FDD-FED9-2751-4322-80F0A5240AB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215438" y="1879600"/>
            <a:ext cx="2641600" cy="819150"/>
          </a:xfrm>
        </p:spPr>
        <p:txBody>
          <a:bodyPr vert="horz"/>
          <a:lstStyle>
            <a:lvl1pPr marL="177800" indent="-177800" rtl="0">
              <a:buFontTx/>
              <a:buBlip>
                <a:blip r:embed="rId5"/>
              </a:buBlip>
              <a:defRPr lang="de-DE" sz="1200" dirty="0">
                <a:latin typeface="+mn-lt"/>
                <a:ea typeface="+mn-ea"/>
                <a:cs typeface="+mn-cs"/>
              </a:defRPr>
            </a:lvl1pPr>
          </a:lstStyle>
          <a:p>
            <a:pPr marL="177800" lvl="0" indent="-177800" rtl="0">
              <a:spcAft>
                <a:spcPts val="600"/>
              </a:spcAft>
              <a:buFontTx/>
              <a:buBlip>
                <a:blip r:embed="rId5"/>
              </a:buBlip>
            </a:pPr>
            <a:r>
              <a:rPr lang="de-DE" dirty="0"/>
              <a:t>Mastertextformat bearbeiten</a:t>
            </a:r>
          </a:p>
        </p:txBody>
      </p:sp>
      <p:sp>
        <p:nvSpPr>
          <p:cNvPr id="32" name="Textplatzhalter 18">
            <a:extLst>
              <a:ext uri="{FF2B5EF4-FFF2-40B4-BE49-F238E27FC236}">
                <a16:creationId xmlns:a16="http://schemas.microsoft.com/office/drawing/2014/main" id="{4E431AAA-2784-5A3A-71AE-A9636C3A0EA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215438" y="3048001"/>
            <a:ext cx="2641600" cy="300037"/>
          </a:xfrm>
        </p:spPr>
        <p:txBody>
          <a:bodyPr anchor="t"/>
          <a:lstStyle>
            <a:lvl1pPr marL="0" indent="0" rtl="0">
              <a:buFont typeface="Arial" panose="020B0604020202020204" pitchFamily="34" charset="0"/>
              <a:buNone/>
              <a:defRPr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33" name="Textplatzhalter 21">
            <a:extLst>
              <a:ext uri="{FF2B5EF4-FFF2-40B4-BE49-F238E27FC236}">
                <a16:creationId xmlns:a16="http://schemas.microsoft.com/office/drawing/2014/main" id="{522A6C62-7D61-1D4D-6C69-37A3F80CF09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215438" y="3443288"/>
            <a:ext cx="2641600" cy="819150"/>
          </a:xfrm>
        </p:spPr>
        <p:txBody>
          <a:bodyPr vert="horz"/>
          <a:lstStyle>
            <a:lvl1pPr marL="177800" indent="-177800" rtl="0">
              <a:buFontTx/>
              <a:buBlip>
                <a:blip r:embed="rId5"/>
              </a:buBlip>
              <a:defRPr lang="de-DE" sz="1200" dirty="0">
                <a:latin typeface="+mn-lt"/>
                <a:ea typeface="+mn-ea"/>
                <a:cs typeface="+mn-cs"/>
              </a:defRPr>
            </a:lvl1pPr>
          </a:lstStyle>
          <a:p>
            <a:pPr marL="177800" lvl="0" indent="-177800" rtl="0">
              <a:spcAft>
                <a:spcPts val="600"/>
              </a:spcAft>
              <a:buFontTx/>
              <a:buBlip>
                <a:blip r:embed="rId5"/>
              </a:buBlip>
            </a:pPr>
            <a:r>
              <a:rPr lang="de-DE" dirty="0"/>
              <a:t>Mastertextformat bearbeiten</a:t>
            </a:r>
          </a:p>
        </p:txBody>
      </p:sp>
      <p:sp>
        <p:nvSpPr>
          <p:cNvPr id="34" name="Textplatzhalter 18">
            <a:extLst>
              <a:ext uri="{FF2B5EF4-FFF2-40B4-BE49-F238E27FC236}">
                <a16:creationId xmlns:a16="http://schemas.microsoft.com/office/drawing/2014/main" id="{DE4FE5CF-CC40-0D0D-5850-49DBAF48F0D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5438" y="4611689"/>
            <a:ext cx="2641600" cy="300037"/>
          </a:xfrm>
        </p:spPr>
        <p:txBody>
          <a:bodyPr anchor="t"/>
          <a:lstStyle>
            <a:lvl1pPr marL="0" indent="0" rtl="0">
              <a:buFont typeface="Arial" panose="020B0604020202020204" pitchFamily="34" charset="0"/>
              <a:buNone/>
              <a:defRPr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35" name="Textplatzhalter 21">
            <a:extLst>
              <a:ext uri="{FF2B5EF4-FFF2-40B4-BE49-F238E27FC236}">
                <a16:creationId xmlns:a16="http://schemas.microsoft.com/office/drawing/2014/main" id="{F38F6B7D-E873-91C3-E65C-9D3A9C09565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215438" y="5006976"/>
            <a:ext cx="2641600" cy="819150"/>
          </a:xfrm>
        </p:spPr>
        <p:txBody>
          <a:bodyPr vert="horz"/>
          <a:lstStyle>
            <a:lvl1pPr marL="177800" indent="-177800" rtl="0">
              <a:buFontTx/>
              <a:buBlip>
                <a:blip r:embed="rId5"/>
              </a:buBlip>
              <a:defRPr lang="de-DE" sz="1200" dirty="0">
                <a:latin typeface="+mn-lt"/>
                <a:ea typeface="+mn-ea"/>
                <a:cs typeface="+mn-cs"/>
              </a:defRPr>
            </a:lvl1pPr>
          </a:lstStyle>
          <a:p>
            <a:pPr marL="177800" lvl="0" indent="-177800" rtl="0">
              <a:spcAft>
                <a:spcPts val="600"/>
              </a:spcAft>
              <a:buFontTx/>
              <a:buBlip>
                <a:blip r:embed="rId5"/>
              </a:buBlip>
            </a:pPr>
            <a:r>
              <a:rPr lang="de-DE" dirty="0"/>
              <a:t>Mastertextformat bearbeiten</a:t>
            </a:r>
          </a:p>
        </p:txBody>
      </p:sp>
      <p:sp>
        <p:nvSpPr>
          <p:cNvPr id="36" name="Fußzeilenplatzhalter 15">
            <a:extLst>
              <a:ext uri="{FF2B5EF4-FFF2-40B4-BE49-F238E27FC236}">
                <a16:creationId xmlns:a16="http://schemas.microsoft.com/office/drawing/2014/main" id="{1046C3A4-41CB-B63F-4C58-1C082C046E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37" name="Foliennummernplatzhalter 16">
            <a:extLst>
              <a:ext uri="{FF2B5EF4-FFF2-40B4-BE49-F238E27FC236}">
                <a16:creationId xmlns:a16="http://schemas.microsoft.com/office/drawing/2014/main" id="{9C20BDF8-8438-DF2E-151A-AEDC09ED7C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8FBC33F2-73E2-6C18-1648-557E88B1E5B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835426" y="3048001"/>
            <a:ext cx="476250" cy="476250"/>
          </a:xfrm>
          <a:solidFill>
            <a:schemeClr val="accent4"/>
          </a:solidFill>
        </p:spPr>
        <p:txBody>
          <a:bodyPr anchor="ctr"/>
          <a:lstStyle>
            <a:lvl1pPr marL="0" indent="0" algn="ctr" rtl="0"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4pPr marL="0" indent="0" algn="ctr">
              <a:buFont typeface="Arial" panose="020B0604020202020204" pitchFamily="34" charset="0"/>
              <a:buNone/>
              <a:defRPr sz="1800" baseline="0">
                <a:solidFill>
                  <a:schemeClr val="bg1"/>
                </a:solidFill>
              </a:defRPr>
            </a:lvl4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39" name="Textplatzhalter 9">
            <a:extLst>
              <a:ext uri="{FF2B5EF4-FFF2-40B4-BE49-F238E27FC236}">
                <a16:creationId xmlns:a16="http://schemas.microsoft.com/office/drawing/2014/main" id="{FA8F46D5-BD9A-35F0-386F-30D6908BA6A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835426" y="4611689"/>
            <a:ext cx="476250" cy="476250"/>
          </a:xfrm>
          <a:solidFill>
            <a:schemeClr val="accent4"/>
          </a:solidFill>
        </p:spPr>
        <p:txBody>
          <a:bodyPr anchor="ctr"/>
          <a:lstStyle>
            <a:lvl1pPr marL="0" indent="0" algn="ctr" rtl="0"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4pPr marL="0" indent="0" algn="ctr">
              <a:buFont typeface="Arial" panose="020B0604020202020204" pitchFamily="34" charset="0"/>
              <a:buNone/>
              <a:defRPr sz="1800" baseline="0">
                <a:solidFill>
                  <a:schemeClr val="bg1"/>
                </a:solidFill>
              </a:defRPr>
            </a:lvl4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40" name="Textplatzhalter 9">
            <a:extLst>
              <a:ext uri="{FF2B5EF4-FFF2-40B4-BE49-F238E27FC236}">
                <a16:creationId xmlns:a16="http://schemas.microsoft.com/office/drawing/2014/main" id="{0E004FC7-FC99-1C1A-6664-1A2F1528CA9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569226" y="1484313"/>
            <a:ext cx="476250" cy="476250"/>
          </a:xfrm>
          <a:solidFill>
            <a:schemeClr val="accent4"/>
          </a:solidFill>
        </p:spPr>
        <p:txBody>
          <a:bodyPr anchor="ctr"/>
          <a:lstStyle>
            <a:lvl1pPr marL="0" indent="0" algn="ctr" rtl="0"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4pPr marL="0" indent="0" algn="ctr">
              <a:buFont typeface="Arial" panose="020B0604020202020204" pitchFamily="34" charset="0"/>
              <a:buNone/>
              <a:defRPr sz="1800" baseline="0">
                <a:solidFill>
                  <a:schemeClr val="bg1"/>
                </a:solidFill>
              </a:defRPr>
            </a:lvl4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41" name="Textplatzhalter 9">
            <a:extLst>
              <a:ext uri="{FF2B5EF4-FFF2-40B4-BE49-F238E27FC236}">
                <a16:creationId xmlns:a16="http://schemas.microsoft.com/office/drawing/2014/main" id="{B18677F0-9F2A-0539-C4FA-504DCAAD6D4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569226" y="3048001"/>
            <a:ext cx="476250" cy="476250"/>
          </a:xfrm>
          <a:solidFill>
            <a:schemeClr val="accent4"/>
          </a:solidFill>
        </p:spPr>
        <p:txBody>
          <a:bodyPr anchor="ctr"/>
          <a:lstStyle>
            <a:lvl1pPr marL="0" indent="0" algn="ctr" rtl="0"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4pPr marL="0" indent="0" algn="ctr">
              <a:buFont typeface="Arial" panose="020B0604020202020204" pitchFamily="34" charset="0"/>
              <a:buNone/>
              <a:defRPr sz="1800" baseline="0">
                <a:solidFill>
                  <a:schemeClr val="bg1"/>
                </a:solidFill>
              </a:defRPr>
            </a:lvl4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42" name="Textplatzhalter 9">
            <a:extLst>
              <a:ext uri="{FF2B5EF4-FFF2-40B4-BE49-F238E27FC236}">
                <a16:creationId xmlns:a16="http://schemas.microsoft.com/office/drawing/2014/main" id="{81A0347C-FD1C-C057-F37D-1ED031B4176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569226" y="4611689"/>
            <a:ext cx="476250" cy="476250"/>
          </a:xfrm>
          <a:solidFill>
            <a:schemeClr val="accent4"/>
          </a:solidFill>
        </p:spPr>
        <p:txBody>
          <a:bodyPr anchor="ctr"/>
          <a:lstStyle>
            <a:lvl1pPr marL="0" indent="0" algn="ctr" rtl="0"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4pPr marL="0" indent="0" algn="ctr">
              <a:buFont typeface="Arial" panose="020B0604020202020204" pitchFamily="34" charset="0"/>
              <a:buNone/>
              <a:defRPr sz="1800" baseline="0">
                <a:solidFill>
                  <a:schemeClr val="bg1"/>
                </a:solidFill>
              </a:defRPr>
            </a:lvl4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5" name="Textplatzhalter 12">
            <a:extLst>
              <a:ext uri="{FF2B5EF4-FFF2-40B4-BE49-F238E27FC236}">
                <a16:creationId xmlns:a16="http://schemas.microsoft.com/office/drawing/2014/main" id="{644C012E-7879-6FC4-8F52-341B02B291D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6400" y="6308725"/>
            <a:ext cx="6370638" cy="252413"/>
          </a:xfrm>
        </p:spPr>
        <p:txBody>
          <a:bodyPr anchor="ctr"/>
          <a:lstStyle>
            <a:lvl1pPr marL="0" indent="0" rtl="0">
              <a:spcAft>
                <a:spcPts val="0"/>
              </a:spcAft>
              <a:buNone/>
              <a:defRPr sz="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  <p:pic>
        <p:nvPicPr>
          <p:cNvPr id="6" name="Grafik 5" descr="Ein Bild, das Text, Schrift, Symbol, Logo enthält.&#10;&#10;Automatisch generierte Beschreibung">
            <a:extLst>
              <a:ext uri="{FF2B5EF4-FFF2-40B4-BE49-F238E27FC236}">
                <a16:creationId xmlns:a16="http://schemas.microsoft.com/office/drawing/2014/main" id="{53444CB3-7F19-C831-F34B-DA1BCF6E1F8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174" y="383229"/>
            <a:ext cx="2010258" cy="61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14203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+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69E644ED-EDB8-E02A-CAE3-D36616B83ED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59637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9E644ED-EDB8-E02A-CAE3-D36616B83E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9">
            <a:extLst>
              <a:ext uri="{FF2B5EF4-FFF2-40B4-BE49-F238E27FC236}">
                <a16:creationId xmlns:a16="http://schemas.microsoft.com/office/drawing/2014/main" id="{3E5B4770-404F-075E-82DC-397DA37CDCF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1" y="2352675"/>
            <a:ext cx="6000750" cy="4505325"/>
          </a:xfrm>
          <a:custGeom>
            <a:avLst/>
            <a:gdLst>
              <a:gd name="connsiteX0" fmla="*/ 4286377 w 6000750"/>
              <a:gd name="connsiteY0" fmla="*/ 3647787 h 4505325"/>
              <a:gd name="connsiteX1" fmla="*/ 4286377 w 6000750"/>
              <a:gd name="connsiteY1" fmla="*/ 4504977 h 4505325"/>
              <a:gd name="connsiteX2" fmla="*/ 5143567 w 6000750"/>
              <a:gd name="connsiteY2" fmla="*/ 4504977 h 4505325"/>
              <a:gd name="connsiteX3" fmla="*/ 5143567 w 6000750"/>
              <a:gd name="connsiteY3" fmla="*/ 3647787 h 4505325"/>
              <a:gd name="connsiteX4" fmla="*/ 0 w 6000750"/>
              <a:gd name="connsiteY4" fmla="*/ 0 h 4505325"/>
              <a:gd name="connsiteX5" fmla="*/ 5143566 w 6000750"/>
              <a:gd name="connsiteY5" fmla="*/ 0 h 4505325"/>
              <a:gd name="connsiteX6" fmla="*/ 5143566 w 6000750"/>
              <a:gd name="connsiteY6" fmla="*/ 3645561 h 4505325"/>
              <a:gd name="connsiteX7" fmla="*/ 6000017 w 6000750"/>
              <a:gd name="connsiteY7" fmla="*/ 3645561 h 4505325"/>
              <a:gd name="connsiteX8" fmla="*/ 6000017 w 6000750"/>
              <a:gd name="connsiteY8" fmla="*/ 0 h 4505325"/>
              <a:gd name="connsiteX9" fmla="*/ 6000750 w 6000750"/>
              <a:gd name="connsiteY9" fmla="*/ 0 h 4505325"/>
              <a:gd name="connsiteX10" fmla="*/ 6000750 w 6000750"/>
              <a:gd name="connsiteY10" fmla="*/ 4505325 h 4505325"/>
              <a:gd name="connsiteX11" fmla="*/ 0 w 6000750"/>
              <a:gd name="connsiteY11" fmla="*/ 4505325 h 4505325"/>
              <a:gd name="connsiteX0" fmla="*/ 4286377 w 6000750"/>
              <a:gd name="connsiteY0" fmla="*/ 3647787 h 4505325"/>
              <a:gd name="connsiteX1" fmla="*/ 4286377 w 6000750"/>
              <a:gd name="connsiteY1" fmla="*/ 4504977 h 4505325"/>
              <a:gd name="connsiteX2" fmla="*/ 5143567 w 6000750"/>
              <a:gd name="connsiteY2" fmla="*/ 4504977 h 4505325"/>
              <a:gd name="connsiteX3" fmla="*/ 5143567 w 6000750"/>
              <a:gd name="connsiteY3" fmla="*/ 3647787 h 4505325"/>
              <a:gd name="connsiteX4" fmla="*/ 4286377 w 6000750"/>
              <a:gd name="connsiteY4" fmla="*/ 3647787 h 4505325"/>
              <a:gd name="connsiteX5" fmla="*/ 0 w 6000750"/>
              <a:gd name="connsiteY5" fmla="*/ 0 h 4505325"/>
              <a:gd name="connsiteX6" fmla="*/ 5143566 w 6000750"/>
              <a:gd name="connsiteY6" fmla="*/ 0 h 4505325"/>
              <a:gd name="connsiteX7" fmla="*/ 5143566 w 6000750"/>
              <a:gd name="connsiteY7" fmla="*/ 3645561 h 4505325"/>
              <a:gd name="connsiteX8" fmla="*/ 6000017 w 6000750"/>
              <a:gd name="connsiteY8" fmla="*/ 3645561 h 4505325"/>
              <a:gd name="connsiteX9" fmla="*/ 6000017 w 6000750"/>
              <a:gd name="connsiteY9" fmla="*/ 0 h 4505325"/>
              <a:gd name="connsiteX10" fmla="*/ 6000750 w 6000750"/>
              <a:gd name="connsiteY10" fmla="*/ 4505325 h 4505325"/>
              <a:gd name="connsiteX11" fmla="*/ 0 w 6000750"/>
              <a:gd name="connsiteY11" fmla="*/ 4505325 h 4505325"/>
              <a:gd name="connsiteX12" fmla="*/ 0 w 6000750"/>
              <a:gd name="connsiteY12" fmla="*/ 0 h 4505325"/>
              <a:gd name="connsiteX0" fmla="*/ 4286377 w 6000750"/>
              <a:gd name="connsiteY0" fmla="*/ 3647787 h 4505325"/>
              <a:gd name="connsiteX1" fmla="*/ 4286377 w 6000750"/>
              <a:gd name="connsiteY1" fmla="*/ 4504977 h 4505325"/>
              <a:gd name="connsiteX2" fmla="*/ 5143567 w 6000750"/>
              <a:gd name="connsiteY2" fmla="*/ 4504977 h 4505325"/>
              <a:gd name="connsiteX3" fmla="*/ 5143567 w 6000750"/>
              <a:gd name="connsiteY3" fmla="*/ 3647787 h 4505325"/>
              <a:gd name="connsiteX4" fmla="*/ 4286377 w 6000750"/>
              <a:gd name="connsiteY4" fmla="*/ 3647787 h 4505325"/>
              <a:gd name="connsiteX5" fmla="*/ 0 w 6000750"/>
              <a:gd name="connsiteY5" fmla="*/ 0 h 4505325"/>
              <a:gd name="connsiteX6" fmla="*/ 5143566 w 6000750"/>
              <a:gd name="connsiteY6" fmla="*/ 0 h 4505325"/>
              <a:gd name="connsiteX7" fmla="*/ 5143566 w 6000750"/>
              <a:gd name="connsiteY7" fmla="*/ 3645561 h 4505325"/>
              <a:gd name="connsiteX8" fmla="*/ 6000017 w 6000750"/>
              <a:gd name="connsiteY8" fmla="*/ 3645561 h 4505325"/>
              <a:gd name="connsiteX9" fmla="*/ 6000750 w 6000750"/>
              <a:gd name="connsiteY9" fmla="*/ 4505325 h 4505325"/>
              <a:gd name="connsiteX10" fmla="*/ 0 w 6000750"/>
              <a:gd name="connsiteY10" fmla="*/ 4505325 h 4505325"/>
              <a:gd name="connsiteX11" fmla="*/ 0 w 6000750"/>
              <a:gd name="connsiteY11" fmla="*/ 0 h 4505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000750" h="4505325">
                <a:moveTo>
                  <a:pt x="4286377" y="3647787"/>
                </a:moveTo>
                <a:lnTo>
                  <a:pt x="4286377" y="4504977"/>
                </a:lnTo>
                <a:lnTo>
                  <a:pt x="5143567" y="4504977"/>
                </a:lnTo>
                <a:lnTo>
                  <a:pt x="5143567" y="3647787"/>
                </a:lnTo>
                <a:lnTo>
                  <a:pt x="4286377" y="3647787"/>
                </a:lnTo>
                <a:close/>
                <a:moveTo>
                  <a:pt x="0" y="0"/>
                </a:moveTo>
                <a:lnTo>
                  <a:pt x="5143566" y="0"/>
                </a:lnTo>
                <a:lnTo>
                  <a:pt x="5143566" y="3645561"/>
                </a:lnTo>
                <a:lnTo>
                  <a:pt x="6000017" y="3645561"/>
                </a:lnTo>
                <a:cubicBezTo>
                  <a:pt x="6000261" y="3932149"/>
                  <a:pt x="6000506" y="4218737"/>
                  <a:pt x="6000750" y="4505325"/>
                </a:cubicBez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8000" tIns="10800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de-AT"/>
          </a:p>
        </p:txBody>
      </p:sp>
      <p:sp>
        <p:nvSpPr>
          <p:cNvPr id="3" name="Balken 1">
            <a:extLst>
              <a:ext uri="{FF2B5EF4-FFF2-40B4-BE49-F238E27FC236}">
                <a16:creationId xmlns:a16="http://schemas.microsoft.com/office/drawing/2014/main" id="{583AD794-3BF0-2F16-F1CD-1E7CB3921F19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5143308" cy="2381239"/>
          </a:xfrm>
          <a:custGeom>
            <a:avLst/>
            <a:gdLst/>
            <a:ahLst/>
            <a:cxnLst/>
            <a:rect l="l" t="t" r="r" b="b"/>
            <a:pathLst>
              <a:path w="8481695" h="3926840">
                <a:moveTo>
                  <a:pt x="8481417" y="0"/>
                </a:moveTo>
                <a:lnTo>
                  <a:pt x="0" y="0"/>
                </a:lnTo>
                <a:lnTo>
                  <a:pt x="0" y="3926582"/>
                </a:lnTo>
                <a:lnTo>
                  <a:pt x="8481417" y="3926582"/>
                </a:lnTo>
                <a:lnTo>
                  <a:pt x="8481417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>
            <a:noAutofit/>
          </a:bodyPr>
          <a:lstStyle/>
          <a:p>
            <a:pPr rtl="0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32967C4-01DC-89A2-49E9-C3648E669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89200"/>
            <a:ext cx="4046237" cy="769441"/>
          </a:xfrm>
          <a:prstGeom prst="rect">
            <a:avLst/>
          </a:prstGeom>
        </p:spPr>
        <p:txBody>
          <a:bodyPr vert="horz">
            <a:noAutofit/>
          </a:bodyPr>
          <a:lstStyle>
            <a:lvl1pPr rtl="0">
              <a:defRPr sz="2500" b="1" spc="-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Textplatzhalter 1">
            <a:extLst>
              <a:ext uri="{FF2B5EF4-FFF2-40B4-BE49-F238E27FC236}">
                <a16:creationId xmlns:a16="http://schemas.microsoft.com/office/drawing/2014/main" id="{26221355-5A60-4666-2E77-6B2EDB2406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0439" y="381000"/>
            <a:ext cx="4046237" cy="246221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 rtl="0">
              <a:defRPr sz="1600">
                <a:solidFill>
                  <a:schemeClr val="bg1"/>
                </a:solidFill>
              </a:defRPr>
            </a:lvl5pPr>
          </a:lstStyle>
          <a:p>
            <a:pPr lvl="4"/>
            <a:r>
              <a:rPr lang="de-DE" dirty="0"/>
              <a:t>Mastertextformat bearbeiten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336B2D58-07A2-D54E-9C27-01102154F6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950" y="909696"/>
            <a:ext cx="5257592" cy="1024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rtl="0">
              <a:buFont typeface="Arial" panose="020B0604020202020204" pitchFamily="34" charset="0"/>
              <a:buNone/>
              <a:defRPr sz="2490" b="1" spc="-30" baseline="0">
                <a:solidFill>
                  <a:schemeClr val="accent4"/>
                </a:solidFill>
              </a:defRPr>
            </a:lvl1pPr>
            <a:lvl2pPr marL="0" indent="-180000" rtl="0">
              <a:spcBef>
                <a:spcPts val="180"/>
              </a:spcBef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580" spc="-10" baseline="0"/>
            </a:lvl2pPr>
            <a:lvl3pPr>
              <a:defRPr sz="1580"/>
            </a:lvl3pPr>
            <a:lvl4pPr>
              <a:defRPr sz="1580"/>
            </a:lvl4pPr>
            <a:lvl5pPr>
              <a:defRPr sz="1580"/>
            </a:lvl5pPr>
          </a:lstStyle>
          <a:p>
            <a:pPr lvl="0"/>
            <a:r>
              <a:rPr lang="de-DE" dirty="0"/>
              <a:t>Erste + Zweite Ebene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D6A96B82-A60A-984E-563D-79CEE8CAC4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950" y="2474902"/>
            <a:ext cx="5257592" cy="1024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rtl="0">
              <a:buFont typeface="Arial" panose="020B0604020202020204" pitchFamily="34" charset="0"/>
              <a:buNone/>
              <a:defRPr sz="2490" b="1" spc="-30" baseline="0">
                <a:solidFill>
                  <a:schemeClr val="accent4"/>
                </a:solidFill>
              </a:defRPr>
            </a:lvl1pPr>
            <a:lvl2pPr marL="0" indent="-180000" rtl="0">
              <a:spcBef>
                <a:spcPts val="180"/>
              </a:spcBef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580" spc="-10" baseline="0"/>
            </a:lvl2pPr>
            <a:lvl3pPr>
              <a:defRPr sz="1580"/>
            </a:lvl3pPr>
            <a:lvl4pPr>
              <a:defRPr sz="1580"/>
            </a:lvl4pPr>
            <a:lvl5pPr>
              <a:defRPr sz="1580"/>
            </a:lvl5pPr>
          </a:lstStyle>
          <a:p>
            <a:pPr lvl="0"/>
            <a:r>
              <a:rPr lang="de-DE" dirty="0"/>
              <a:t>Erste + Zweite Ebene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E1F1EBF1-7FB9-51CD-CB2D-86BA64330F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88950" y="4040108"/>
            <a:ext cx="5257592" cy="1024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rtl="0">
              <a:buFont typeface="Arial" panose="020B0604020202020204" pitchFamily="34" charset="0"/>
              <a:buNone/>
              <a:defRPr sz="2490" b="1" spc="-30" baseline="0">
                <a:solidFill>
                  <a:schemeClr val="accent4"/>
                </a:solidFill>
              </a:defRPr>
            </a:lvl1pPr>
            <a:lvl2pPr marL="0" indent="-180000" rtl="0">
              <a:spcBef>
                <a:spcPts val="180"/>
              </a:spcBef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580" spc="-10" baseline="0"/>
            </a:lvl2pPr>
            <a:lvl3pPr>
              <a:defRPr sz="1580"/>
            </a:lvl3pPr>
            <a:lvl4pPr>
              <a:defRPr sz="1580"/>
            </a:lvl4pPr>
            <a:lvl5pPr>
              <a:defRPr sz="1580"/>
            </a:lvl5pPr>
          </a:lstStyle>
          <a:p>
            <a:pPr lvl="0"/>
            <a:r>
              <a:rPr lang="de-DE" dirty="0"/>
              <a:t>Erste + Zweite Ebene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12" name="Bildplatzhalter 1">
            <a:extLst>
              <a:ext uri="{FF2B5EF4-FFF2-40B4-BE49-F238E27FC236}">
                <a16:creationId xmlns:a16="http://schemas.microsoft.com/office/drawing/2014/main" id="{C7899F09-81A9-8C66-11CD-330DAE7CBE9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38901" y="909696"/>
            <a:ext cx="486000" cy="486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 sz="1400"/>
            </a:lvl1pPr>
          </a:lstStyle>
          <a:p>
            <a:r>
              <a:rPr lang="de-DE"/>
              <a:t>Icon</a:t>
            </a:r>
            <a:endParaRPr lang="de-DE" dirty="0"/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44219EC2-43E8-7B2D-291F-CDDDB80DBE9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38901" y="2474902"/>
            <a:ext cx="486000" cy="486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 sz="1400"/>
            </a:lvl1pPr>
          </a:lstStyle>
          <a:p>
            <a:r>
              <a:rPr lang="de-DE"/>
              <a:t>Icon</a:t>
            </a:r>
            <a:endParaRPr lang="de-DE" dirty="0"/>
          </a:p>
        </p:txBody>
      </p:sp>
      <p:sp>
        <p:nvSpPr>
          <p:cNvPr id="14" name="Bildplatzhalter 3">
            <a:extLst>
              <a:ext uri="{FF2B5EF4-FFF2-40B4-BE49-F238E27FC236}">
                <a16:creationId xmlns:a16="http://schemas.microsoft.com/office/drawing/2014/main" id="{84590C23-C663-CE8A-D6D1-9E0A9E866D7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838901" y="4040108"/>
            <a:ext cx="486000" cy="486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 sz="1400"/>
            </a:lvl1pPr>
          </a:lstStyle>
          <a:p>
            <a:r>
              <a:rPr lang="de-DE"/>
              <a:t>Icon</a:t>
            </a:r>
            <a:endParaRPr lang="de-DE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A99D42B1-A6AB-6FE7-0B32-D1270E5B0C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8EC8A7D6-4FB3-C212-0580-FC28C4A54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Textplatzhalter 12">
            <a:extLst>
              <a:ext uri="{FF2B5EF4-FFF2-40B4-BE49-F238E27FC236}">
                <a16:creationId xmlns:a16="http://schemas.microsoft.com/office/drawing/2014/main" id="{0AD8A561-1B59-6558-A269-881D8F3F83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01830" y="6308725"/>
            <a:ext cx="5257592" cy="252413"/>
          </a:xfrm>
        </p:spPr>
        <p:txBody>
          <a:bodyPr anchor="ctr"/>
          <a:lstStyle>
            <a:lvl1pPr marL="0" indent="0" rtl="0">
              <a:spcAft>
                <a:spcPts val="0"/>
              </a:spcAft>
              <a:buNone/>
              <a:defRPr sz="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  <p:pic>
        <p:nvPicPr>
          <p:cNvPr id="5" name="Grafik 4" descr="Ein Bild, das Text, Schrift, Symbol, Logo enthält.&#10;&#10;Automatisch generierte Beschreibung">
            <a:extLst>
              <a:ext uri="{FF2B5EF4-FFF2-40B4-BE49-F238E27FC236}">
                <a16:creationId xmlns:a16="http://schemas.microsoft.com/office/drawing/2014/main" id="{543BECEE-6A5C-9C59-E69D-35DC62C2531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174" y="5675043"/>
            <a:ext cx="2010258" cy="61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69571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+ Aufzählung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CD10A994-2D4C-C8F3-6982-FFBC018935A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481376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10A994-2D4C-C8F3-6982-FFBC018935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Bildplatzhalter">
            <a:extLst>
              <a:ext uri="{FF2B5EF4-FFF2-40B4-BE49-F238E27FC236}">
                <a16:creationId xmlns:a16="http://schemas.microsoft.com/office/drawing/2014/main" id="{D627C073-3AC9-4758-F7D1-9BF94962ED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20800" y="0"/>
            <a:ext cx="4471200" cy="4114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/>
            </a:lvl1pPr>
          </a:lstStyle>
          <a:p>
            <a:endParaRPr lang="de-AT"/>
          </a:p>
        </p:txBody>
      </p:sp>
      <p:sp>
        <p:nvSpPr>
          <p:cNvPr id="10" name="Balken">
            <a:extLst>
              <a:ext uri="{FF2B5EF4-FFF2-40B4-BE49-F238E27FC236}">
                <a16:creationId xmlns:a16="http://schemas.microsoft.com/office/drawing/2014/main" id="{BA1181D0-ACA7-6E78-09B6-B1ABF137394F}"/>
              </a:ext>
            </a:extLst>
          </p:cNvPr>
          <p:cNvSpPr/>
          <p:nvPr userDrawn="1"/>
        </p:nvSpPr>
        <p:spPr>
          <a:xfrm>
            <a:off x="7721785" y="4025850"/>
            <a:ext cx="4470215" cy="2832150"/>
          </a:xfrm>
          <a:custGeom>
            <a:avLst/>
            <a:gdLst/>
            <a:ahLst/>
            <a:cxnLst/>
            <a:rect l="l" t="t" r="r" b="b"/>
            <a:pathLst>
              <a:path w="7371715" h="4670425">
                <a:moveTo>
                  <a:pt x="7371503" y="0"/>
                </a:moveTo>
                <a:lnTo>
                  <a:pt x="0" y="0"/>
                </a:lnTo>
                <a:lnTo>
                  <a:pt x="0" y="4670014"/>
                </a:lnTo>
                <a:lnTo>
                  <a:pt x="7371503" y="4670014"/>
                </a:lnTo>
                <a:lnTo>
                  <a:pt x="7371503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4" name="Textplatzhalter 1">
            <a:extLst>
              <a:ext uri="{FF2B5EF4-FFF2-40B4-BE49-F238E27FC236}">
                <a16:creationId xmlns:a16="http://schemas.microsoft.com/office/drawing/2014/main" id="{5C6E65FD-579D-7166-F932-DCA3265811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963" y="360000"/>
            <a:ext cx="6941878" cy="266227"/>
          </a:xfrm>
          <a:prstGeom prst="rect">
            <a:avLst/>
          </a:prstGeom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 sz="1600" b="0" spc="-40" baseline="0">
                <a:solidFill>
                  <a:schemeClr val="accent4"/>
                </a:solidFill>
              </a:defRPr>
            </a:lvl1pPr>
            <a:lvl2pPr>
              <a:defRPr sz="1730"/>
            </a:lvl2pPr>
            <a:lvl3pPr>
              <a:defRPr sz="1730"/>
            </a:lvl3pPr>
            <a:lvl4pPr>
              <a:defRPr sz="1730"/>
            </a:lvl4pPr>
            <a:lvl5pPr>
              <a:defRPr sz="1730"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3562F5E-AE77-A887-38FC-AB47CD952F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63" y="5360400"/>
            <a:ext cx="6946273" cy="639214"/>
          </a:xfrm>
          <a:prstGeom prst="rect">
            <a:avLst/>
          </a:prstGeom>
        </p:spPr>
        <p:txBody>
          <a:bodyPr/>
          <a:lstStyle>
            <a:lvl1pPr marL="0" indent="0" rtl="0">
              <a:spcAft>
                <a:spcPts val="200"/>
              </a:spcAft>
              <a:buFont typeface="Arial" panose="020B0604020202020204" pitchFamily="34" charset="0"/>
              <a:buNone/>
              <a:defRPr sz="2490" b="1" spc="-10" baseline="0">
                <a:solidFill>
                  <a:schemeClr val="accent4"/>
                </a:solidFill>
              </a:defRPr>
            </a:lvl1pPr>
            <a:lvl2pPr marL="285750" indent="-285750" algn="l" rtl="0">
              <a:lnSpc>
                <a:spcPct val="101000"/>
              </a:lnSpc>
              <a:buFont typeface="Arial" panose="020B0604020202020204" pitchFamily="34" charset="0"/>
              <a:buChar char="•"/>
              <a:defRPr sz="1580" spc="-20" baseline="0"/>
            </a:lvl2pPr>
          </a:lstStyle>
          <a:p>
            <a:pPr lvl="0"/>
            <a:r>
              <a:rPr lang="de-DE" dirty="0"/>
              <a:t>Erste + zweite Ebene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1A93C45-D2BE-689D-6234-1098F3A1D1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46800" y="5067584"/>
            <a:ext cx="3710238" cy="1241141"/>
          </a:xfrm>
          <a:prstGeom prst="rect">
            <a:avLst/>
          </a:prstGeom>
        </p:spPr>
        <p:txBody>
          <a:bodyPr/>
          <a:lstStyle>
            <a:lvl1pPr marL="0" indent="0" rtl="0">
              <a:lnSpc>
                <a:spcPct val="101000"/>
              </a:lnSpc>
              <a:buFont typeface="Arial" panose="020B0604020202020204" pitchFamily="34" charset="0"/>
              <a:buNone/>
              <a:defRPr sz="1580" spc="-20" baseline="0">
                <a:solidFill>
                  <a:schemeClr val="bg1"/>
                </a:solidFill>
              </a:defRPr>
            </a:lvl1pPr>
            <a:lvl2pPr marL="0" indent="0" rtl="0">
              <a:buNone/>
              <a:defRPr sz="1580"/>
            </a:lvl2pPr>
            <a:lvl3pPr>
              <a:defRPr sz="1580"/>
            </a:lvl3pPr>
            <a:lvl4pPr>
              <a:defRPr sz="1580"/>
            </a:lvl4pPr>
            <a:lvl5pPr>
              <a:defRPr sz="158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endParaRPr lang="de-DE" dirty="0"/>
          </a:p>
        </p:txBody>
      </p:sp>
      <p:graphicFrame>
        <p:nvGraphicFramePr>
          <p:cNvPr id="14" name="Tabelle">
            <a:extLst>
              <a:ext uri="{FF2B5EF4-FFF2-40B4-BE49-F238E27FC236}">
                <a16:creationId xmlns:a16="http://schemas.microsoft.com/office/drawing/2014/main" id="{A1C0D427-A119-4D8C-0DB4-5A001FCB9E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504743598"/>
              </p:ext>
            </p:extLst>
          </p:nvPr>
        </p:nvGraphicFramePr>
        <p:xfrm>
          <a:off x="334963" y="2792076"/>
          <a:ext cx="6942137" cy="214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42137">
                  <a:extLst>
                    <a:ext uri="{9D8B030D-6E8A-4147-A177-3AD203B41FA5}">
                      <a16:colId xmlns:a16="http://schemas.microsoft.com/office/drawing/2014/main" val="3435462216"/>
                    </a:ext>
                  </a:extLst>
                </a:gridCol>
              </a:tblGrid>
              <a:tr h="428400">
                <a:tc>
                  <a:txBody>
                    <a:bodyPr/>
                    <a:lstStyle/>
                    <a:p>
                      <a:pPr algn="l" rtl="0"/>
                      <a:endParaRPr lang="de-DE" sz="1580" dirty="0">
                        <a:solidFill>
                          <a:schemeClr val="tx1"/>
                        </a:solidFill>
                      </a:endParaRPr>
                    </a:p>
                  </a:txBody>
                  <a:tcPr marL="18720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67909192"/>
                  </a:ext>
                </a:extLst>
              </a:tr>
              <a:tr h="428400">
                <a:tc>
                  <a:txBody>
                    <a:bodyPr/>
                    <a:lstStyle/>
                    <a:p>
                      <a:pPr algn="l" rtl="0"/>
                      <a:endParaRPr lang="de-DE" sz="1580" dirty="0">
                        <a:solidFill>
                          <a:schemeClr val="tx1"/>
                        </a:solidFill>
                      </a:endParaRPr>
                    </a:p>
                  </a:txBody>
                  <a:tcPr marL="18720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4989411"/>
                  </a:ext>
                </a:extLst>
              </a:tr>
              <a:tr h="428400">
                <a:tc>
                  <a:txBody>
                    <a:bodyPr/>
                    <a:lstStyle/>
                    <a:p>
                      <a:pPr algn="l" rtl="0"/>
                      <a:endParaRPr lang="de-DE" sz="1580" dirty="0">
                        <a:solidFill>
                          <a:schemeClr val="tx1"/>
                        </a:solidFill>
                      </a:endParaRPr>
                    </a:p>
                  </a:txBody>
                  <a:tcPr marL="18720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310207"/>
                  </a:ext>
                </a:extLst>
              </a:tr>
              <a:tr h="428400">
                <a:tc>
                  <a:txBody>
                    <a:bodyPr/>
                    <a:lstStyle/>
                    <a:p>
                      <a:pPr algn="l" rtl="0"/>
                      <a:endParaRPr lang="de-DE" sz="1580" dirty="0">
                        <a:solidFill>
                          <a:schemeClr val="tx1"/>
                        </a:solidFill>
                      </a:endParaRPr>
                    </a:p>
                  </a:txBody>
                  <a:tcPr marL="18720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5092869"/>
                  </a:ext>
                </a:extLst>
              </a:tr>
              <a:tr h="428400">
                <a:tc>
                  <a:txBody>
                    <a:bodyPr/>
                    <a:lstStyle/>
                    <a:p>
                      <a:pPr algn="l" rtl="0"/>
                      <a:endParaRPr lang="de-DE" sz="1580" dirty="0">
                        <a:solidFill>
                          <a:schemeClr val="tx1"/>
                        </a:solidFill>
                      </a:endParaRPr>
                    </a:p>
                  </a:txBody>
                  <a:tcPr marL="18720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0668927"/>
                  </a:ext>
                </a:extLst>
              </a:tr>
            </a:tbl>
          </a:graphicData>
        </a:graphic>
      </p:graphicFrame>
      <p:pic>
        <p:nvPicPr>
          <p:cNvPr id="15" name="Icon">
            <a:extLst>
              <a:ext uri="{FF2B5EF4-FFF2-40B4-BE49-F238E27FC236}">
                <a16:creationId xmlns:a16="http://schemas.microsoft.com/office/drawing/2014/main" id="{CA15AA07-A106-14D0-75C3-C18B0A6E5AF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1400" y="4240994"/>
            <a:ext cx="648000" cy="648000"/>
          </a:xfrm>
          <a:prstGeom prst="rect">
            <a:avLst/>
          </a:prstGeom>
        </p:spPr>
      </p:pic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073B9922-6D27-6ECB-07DF-FBBC7F3CAD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571" y="2884465"/>
            <a:ext cx="6942609" cy="243143"/>
          </a:xfrm>
          <a:prstGeom prst="rect">
            <a:avLst/>
          </a:prstGeom>
        </p:spPr>
        <p:txBody>
          <a:bodyPr/>
          <a:lstStyle>
            <a:lvl1pPr marL="266700" indent="-266700" rtl="0">
              <a:buFontTx/>
              <a:buBlip>
                <a:blip r:embed="rId7"/>
              </a:buBlip>
              <a:defRPr sz="1580">
                <a:latin typeface="+mn-lt"/>
              </a:defRPr>
            </a:lvl1pPr>
          </a:lstStyle>
          <a:p>
            <a:pPr lvl="0"/>
            <a:r>
              <a:rPr lang="de-DE" dirty="0"/>
              <a:t>Aufzählung</a:t>
            </a:r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FA30B8B6-0E15-3521-C784-42E734B035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571" y="3307304"/>
            <a:ext cx="6942609" cy="243143"/>
          </a:xfrm>
          <a:prstGeom prst="rect">
            <a:avLst/>
          </a:prstGeom>
        </p:spPr>
        <p:txBody>
          <a:bodyPr/>
          <a:lstStyle>
            <a:lvl1pPr marL="266700" indent="-266700" rtl="0">
              <a:buFontTx/>
              <a:buBlip>
                <a:blip r:embed="rId7"/>
              </a:buBlip>
              <a:defRPr lang="de-DE" sz="1580" dirty="0">
                <a:latin typeface="+mn-lt"/>
                <a:ea typeface="+mn-ea"/>
                <a:cs typeface="+mn-cs"/>
              </a:defRPr>
            </a:lvl1pPr>
          </a:lstStyle>
          <a:p>
            <a:pPr marL="266700" lvl="0" indent="-266700" rtl="0">
              <a:spcAft>
                <a:spcPts val="600"/>
              </a:spcAft>
              <a:buFontTx/>
              <a:buBlip>
                <a:blip r:embed="rId7"/>
              </a:buBlip>
            </a:pPr>
            <a:r>
              <a:rPr lang="de-DE" dirty="0"/>
              <a:t>Aufzählung</a:t>
            </a:r>
          </a:p>
        </p:txBody>
      </p:sp>
      <p:sp>
        <p:nvSpPr>
          <p:cNvPr id="19" name="Textplatzhalter 16">
            <a:extLst>
              <a:ext uri="{FF2B5EF4-FFF2-40B4-BE49-F238E27FC236}">
                <a16:creationId xmlns:a16="http://schemas.microsoft.com/office/drawing/2014/main" id="{A20BFD24-7D7B-3531-ADE7-338B8E0150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571" y="3739273"/>
            <a:ext cx="6942609" cy="243143"/>
          </a:xfrm>
          <a:prstGeom prst="rect">
            <a:avLst/>
          </a:prstGeom>
        </p:spPr>
        <p:txBody>
          <a:bodyPr/>
          <a:lstStyle>
            <a:lvl1pPr marL="266700" indent="-266700" rtl="0">
              <a:buFontTx/>
              <a:buBlip>
                <a:blip r:embed="rId7"/>
              </a:buBlip>
              <a:defRPr lang="de-DE" sz="1580" dirty="0">
                <a:latin typeface="+mn-lt"/>
                <a:ea typeface="+mn-ea"/>
                <a:cs typeface="+mn-cs"/>
              </a:defRPr>
            </a:lvl1pPr>
          </a:lstStyle>
          <a:p>
            <a:pPr marL="266700" lvl="0" indent="-266700" rtl="0">
              <a:spcAft>
                <a:spcPts val="600"/>
              </a:spcAft>
              <a:buFontTx/>
              <a:buBlip>
                <a:blip r:embed="rId7"/>
              </a:buBlip>
            </a:pPr>
            <a:r>
              <a:rPr lang="de-DE" dirty="0"/>
              <a:t>Aufzählung</a:t>
            </a:r>
          </a:p>
        </p:txBody>
      </p:sp>
      <p:sp>
        <p:nvSpPr>
          <p:cNvPr id="20" name="Textplatzhalter 16">
            <a:extLst>
              <a:ext uri="{FF2B5EF4-FFF2-40B4-BE49-F238E27FC236}">
                <a16:creationId xmlns:a16="http://schemas.microsoft.com/office/drawing/2014/main" id="{170CDC3B-CB3B-9AAC-3E6F-DA2587708D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571" y="4165597"/>
            <a:ext cx="6942609" cy="243143"/>
          </a:xfrm>
          <a:prstGeom prst="rect">
            <a:avLst/>
          </a:prstGeom>
        </p:spPr>
        <p:txBody>
          <a:bodyPr/>
          <a:lstStyle>
            <a:lvl1pPr marL="266700" indent="-266700" rtl="0">
              <a:buFontTx/>
              <a:buBlip>
                <a:blip r:embed="rId7"/>
              </a:buBlip>
              <a:defRPr lang="de-DE" sz="1580" dirty="0">
                <a:latin typeface="+mn-lt"/>
                <a:ea typeface="+mn-ea"/>
                <a:cs typeface="+mn-cs"/>
              </a:defRPr>
            </a:lvl1pPr>
          </a:lstStyle>
          <a:p>
            <a:pPr marL="266700" lvl="0" indent="-266700" rtl="0">
              <a:spcAft>
                <a:spcPts val="600"/>
              </a:spcAft>
              <a:buFontTx/>
              <a:buBlip>
                <a:blip r:embed="rId7"/>
              </a:buBlip>
            </a:pPr>
            <a:r>
              <a:rPr lang="de-DE" dirty="0"/>
              <a:t>Aufzählung</a:t>
            </a:r>
          </a:p>
        </p:txBody>
      </p:sp>
      <p:sp>
        <p:nvSpPr>
          <p:cNvPr id="21" name="Textplatzhalter 16">
            <a:extLst>
              <a:ext uri="{FF2B5EF4-FFF2-40B4-BE49-F238E27FC236}">
                <a16:creationId xmlns:a16="http://schemas.microsoft.com/office/drawing/2014/main" id="{4680ADD5-BEFD-C372-D442-F832650A72F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200" y="4594079"/>
            <a:ext cx="6942609" cy="243143"/>
          </a:xfrm>
          <a:prstGeom prst="rect">
            <a:avLst/>
          </a:prstGeom>
        </p:spPr>
        <p:txBody>
          <a:bodyPr/>
          <a:lstStyle>
            <a:lvl1pPr marL="266700" indent="-266700" rtl="0">
              <a:buFontTx/>
              <a:buBlip>
                <a:blip r:embed="rId7"/>
              </a:buBlip>
              <a:defRPr lang="de-DE" sz="1580" dirty="0">
                <a:latin typeface="+mn-lt"/>
                <a:ea typeface="+mn-ea"/>
                <a:cs typeface="+mn-cs"/>
              </a:defRPr>
            </a:lvl1pPr>
          </a:lstStyle>
          <a:p>
            <a:pPr marL="266700" lvl="0" indent="-266700" rtl="0">
              <a:spcAft>
                <a:spcPts val="600"/>
              </a:spcAft>
              <a:buFontTx/>
              <a:buBlip>
                <a:blip r:embed="rId7"/>
              </a:buBlip>
            </a:pPr>
            <a:r>
              <a:rPr lang="de-DE" dirty="0"/>
              <a:t>Aufzählung</a:t>
            </a:r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8F70A6F7-353B-3D21-2718-A6DA5142230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23463" y="432000"/>
            <a:ext cx="1933575" cy="517325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3" name="Titel 22">
            <a:extLst>
              <a:ext uri="{FF2B5EF4-FFF2-40B4-BE49-F238E27FC236}">
                <a16:creationId xmlns:a16="http://schemas.microsoft.com/office/drawing/2014/main" id="{46469FFF-0FF4-26A0-1005-D6C0AA371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23" y="623708"/>
            <a:ext cx="6935777" cy="624839"/>
          </a:xfrm>
        </p:spPr>
        <p:txBody>
          <a:bodyPr vert="horz"/>
          <a:lstStyle>
            <a:lvl1pPr rtl="0">
              <a:defRPr>
                <a:solidFill>
                  <a:schemeClr val="accent4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26" name="Textplatzhalter 7">
            <a:extLst>
              <a:ext uri="{FF2B5EF4-FFF2-40B4-BE49-F238E27FC236}">
                <a16:creationId xmlns:a16="http://schemas.microsoft.com/office/drawing/2014/main" id="{8454CF53-FA58-D665-EE3A-C238C8EB74E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5460" y="1280297"/>
            <a:ext cx="6935776" cy="258763"/>
          </a:xfrm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9" name="Fußzeilenplatzhalter 15">
            <a:extLst>
              <a:ext uri="{FF2B5EF4-FFF2-40B4-BE49-F238E27FC236}">
                <a16:creationId xmlns:a16="http://schemas.microsoft.com/office/drawing/2014/main" id="{8E1AC6F5-AE87-A671-D797-024A921B5E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30" name="Foliennummernplatzhalter 16">
            <a:extLst>
              <a:ext uri="{FF2B5EF4-FFF2-40B4-BE49-F238E27FC236}">
                <a16:creationId xmlns:a16="http://schemas.microsoft.com/office/drawing/2014/main" id="{C23305A2-08BF-C1EC-A04A-27EE27AFEF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Textplatzhalter 12">
            <a:extLst>
              <a:ext uri="{FF2B5EF4-FFF2-40B4-BE49-F238E27FC236}">
                <a16:creationId xmlns:a16="http://schemas.microsoft.com/office/drawing/2014/main" id="{3B5CC7B7-71FD-E4CC-5DAD-92B9C79DB59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6076" y="6308725"/>
            <a:ext cx="6941878" cy="252413"/>
          </a:xfrm>
        </p:spPr>
        <p:txBody>
          <a:bodyPr anchor="ctr"/>
          <a:lstStyle>
            <a:lvl1pPr marL="0" indent="0" rtl="0">
              <a:spcAft>
                <a:spcPts val="0"/>
              </a:spcAft>
              <a:buNone/>
              <a:defRPr sz="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42638901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+ Aufzählung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CD10A994-2D4C-C8F3-6982-FFBC018935A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925707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10A994-2D4C-C8F3-6982-FFBC018935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Bildplatzhalter">
            <a:extLst>
              <a:ext uri="{FF2B5EF4-FFF2-40B4-BE49-F238E27FC236}">
                <a16:creationId xmlns:a16="http://schemas.microsoft.com/office/drawing/2014/main" id="{D627C073-3AC9-4758-F7D1-9BF94962ED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20800" y="0"/>
            <a:ext cx="4471200" cy="4114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/>
            </a:lvl1pPr>
          </a:lstStyle>
          <a:p>
            <a:endParaRPr lang="de-AT"/>
          </a:p>
        </p:txBody>
      </p:sp>
      <p:sp>
        <p:nvSpPr>
          <p:cNvPr id="10" name="Balken">
            <a:extLst>
              <a:ext uri="{FF2B5EF4-FFF2-40B4-BE49-F238E27FC236}">
                <a16:creationId xmlns:a16="http://schemas.microsoft.com/office/drawing/2014/main" id="{BA1181D0-ACA7-6E78-09B6-B1ABF137394F}"/>
              </a:ext>
            </a:extLst>
          </p:cNvPr>
          <p:cNvSpPr/>
          <p:nvPr userDrawn="1"/>
        </p:nvSpPr>
        <p:spPr>
          <a:xfrm>
            <a:off x="7721785" y="4025850"/>
            <a:ext cx="4470215" cy="2832150"/>
          </a:xfrm>
          <a:custGeom>
            <a:avLst/>
            <a:gdLst/>
            <a:ahLst/>
            <a:cxnLst/>
            <a:rect l="l" t="t" r="r" b="b"/>
            <a:pathLst>
              <a:path w="7371715" h="4670425">
                <a:moveTo>
                  <a:pt x="7371503" y="0"/>
                </a:moveTo>
                <a:lnTo>
                  <a:pt x="0" y="0"/>
                </a:lnTo>
                <a:lnTo>
                  <a:pt x="0" y="4670014"/>
                </a:lnTo>
                <a:lnTo>
                  <a:pt x="7371503" y="4670014"/>
                </a:lnTo>
                <a:lnTo>
                  <a:pt x="7371503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3562F5E-AE77-A887-38FC-AB47CD952F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3571" y="5360400"/>
            <a:ext cx="6941878" cy="639214"/>
          </a:xfrm>
          <a:prstGeom prst="rect">
            <a:avLst/>
          </a:prstGeom>
        </p:spPr>
        <p:txBody>
          <a:bodyPr/>
          <a:lstStyle>
            <a:lvl1pPr marL="0" indent="0" rtl="0">
              <a:spcAft>
                <a:spcPts val="200"/>
              </a:spcAft>
              <a:buFont typeface="Arial" panose="020B0604020202020204" pitchFamily="34" charset="0"/>
              <a:buNone/>
              <a:defRPr sz="2490" b="1" spc="-10" baseline="0">
                <a:solidFill>
                  <a:schemeClr val="accent4"/>
                </a:solidFill>
              </a:defRPr>
            </a:lvl1pPr>
            <a:lvl2pPr marL="0" algn="l" rtl="0">
              <a:lnSpc>
                <a:spcPct val="101000"/>
              </a:lnSpc>
              <a:defRPr sz="1580" spc="-20" baseline="0"/>
            </a:lvl2pPr>
          </a:lstStyle>
          <a:p>
            <a:pPr lvl="0"/>
            <a:r>
              <a:rPr lang="de-DE" dirty="0"/>
              <a:t>Erste + zweite Ebene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073B9922-6D27-6ECB-07DF-FBBC7F3CAD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1323" y="2884465"/>
            <a:ext cx="6935518" cy="2285412"/>
          </a:xfrm>
          <a:prstGeom prst="rect">
            <a:avLst/>
          </a:prstGeom>
        </p:spPr>
        <p:txBody>
          <a:bodyPr/>
          <a:lstStyle>
            <a:lvl1pPr marL="285750" indent="-285750" rtl="0">
              <a:buFontTx/>
              <a:buBlip>
                <a:blip r:embed="rId5"/>
              </a:buBlip>
              <a:defRPr sz="1580">
                <a:latin typeface="+mn-lt"/>
              </a:defRPr>
            </a:lvl1pPr>
          </a:lstStyle>
          <a:p>
            <a:pPr lvl="0"/>
            <a:r>
              <a:rPr lang="de-DE" dirty="0"/>
              <a:t>Aufzählung</a:t>
            </a:r>
          </a:p>
        </p:txBody>
      </p: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331EF84D-E8FB-1A69-830C-F61D0D829D8E}"/>
              </a:ext>
            </a:extLst>
          </p:cNvPr>
          <p:cNvCxnSpPr>
            <a:cxnSpLocks/>
          </p:cNvCxnSpPr>
          <p:nvPr userDrawn="1"/>
        </p:nvCxnSpPr>
        <p:spPr>
          <a:xfrm>
            <a:off x="333483" y="2757268"/>
            <a:ext cx="694335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FDA8A0F0-5FAA-704B-B745-D7E2467286A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23463" y="432000"/>
            <a:ext cx="1933575" cy="517325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" name="Textplatzhalter 1">
            <a:extLst>
              <a:ext uri="{FF2B5EF4-FFF2-40B4-BE49-F238E27FC236}">
                <a16:creationId xmlns:a16="http://schemas.microsoft.com/office/drawing/2014/main" id="{4F3FC3E3-C25B-3392-20E4-FD545A914F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963" y="360000"/>
            <a:ext cx="6941878" cy="266227"/>
          </a:xfrm>
          <a:prstGeom prst="rect">
            <a:avLst/>
          </a:prstGeom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 sz="1600" b="0" spc="-40" baseline="0">
                <a:solidFill>
                  <a:schemeClr val="accent4"/>
                </a:solidFill>
              </a:defRPr>
            </a:lvl1pPr>
            <a:lvl2pPr>
              <a:defRPr sz="1730"/>
            </a:lvl2pPr>
            <a:lvl3pPr>
              <a:defRPr sz="1730"/>
            </a:lvl3pPr>
            <a:lvl4pPr>
              <a:defRPr sz="1730"/>
            </a:lvl4pPr>
            <a:lvl5pPr>
              <a:defRPr sz="1730"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Titel 22">
            <a:extLst>
              <a:ext uri="{FF2B5EF4-FFF2-40B4-BE49-F238E27FC236}">
                <a16:creationId xmlns:a16="http://schemas.microsoft.com/office/drawing/2014/main" id="{2B81CB53-250D-7F78-32F5-1964F2D7F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23" y="623708"/>
            <a:ext cx="6935777" cy="624839"/>
          </a:xfrm>
        </p:spPr>
        <p:txBody>
          <a:bodyPr vert="horz"/>
          <a:lstStyle>
            <a:lvl1pPr rtl="0">
              <a:defRPr>
                <a:solidFill>
                  <a:schemeClr val="accent4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A3FE0B9-0FA5-EB51-AF08-FBC75323475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5460" y="1280297"/>
            <a:ext cx="6935776" cy="258763"/>
          </a:xfrm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D70867E9-1942-CD47-5993-5DEA0DE460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46800" y="5067584"/>
            <a:ext cx="3710238" cy="1241141"/>
          </a:xfrm>
          <a:prstGeom prst="rect">
            <a:avLst/>
          </a:prstGeom>
        </p:spPr>
        <p:txBody>
          <a:bodyPr/>
          <a:lstStyle>
            <a:lvl1pPr marL="0" indent="0" rtl="0">
              <a:lnSpc>
                <a:spcPct val="101000"/>
              </a:lnSpc>
              <a:buFont typeface="Arial" panose="020B0604020202020204" pitchFamily="34" charset="0"/>
              <a:buNone/>
              <a:defRPr sz="1580" spc="-20" baseline="0">
                <a:solidFill>
                  <a:schemeClr val="bg1"/>
                </a:solidFill>
              </a:defRPr>
            </a:lvl1pPr>
            <a:lvl2pPr marL="0" indent="0" rtl="0">
              <a:buNone/>
              <a:defRPr sz="1580"/>
            </a:lvl2pPr>
            <a:lvl3pPr>
              <a:defRPr sz="1580"/>
            </a:lvl3pPr>
            <a:lvl4pPr>
              <a:defRPr sz="1580"/>
            </a:lvl4pPr>
            <a:lvl5pPr>
              <a:defRPr sz="158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endParaRPr lang="de-DE" dirty="0"/>
          </a:p>
        </p:txBody>
      </p:sp>
      <p:pic>
        <p:nvPicPr>
          <p:cNvPr id="18" name="Icon">
            <a:extLst>
              <a:ext uri="{FF2B5EF4-FFF2-40B4-BE49-F238E27FC236}">
                <a16:creationId xmlns:a16="http://schemas.microsoft.com/office/drawing/2014/main" id="{EEE368E7-96BD-C14F-9592-759C2F176BD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21400" y="4240994"/>
            <a:ext cx="648000" cy="648000"/>
          </a:xfrm>
          <a:prstGeom prst="rect">
            <a:avLst/>
          </a:prstGeom>
        </p:spPr>
      </p:pic>
      <p:sp>
        <p:nvSpPr>
          <p:cNvPr id="19" name="Fußzeilenplatzhalter 15">
            <a:extLst>
              <a:ext uri="{FF2B5EF4-FFF2-40B4-BE49-F238E27FC236}">
                <a16:creationId xmlns:a16="http://schemas.microsoft.com/office/drawing/2014/main" id="{3ADBB392-ED41-B6D6-DCF2-01C87A316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20" name="Foliennummernplatzhalter 16">
            <a:extLst>
              <a:ext uri="{FF2B5EF4-FFF2-40B4-BE49-F238E27FC236}">
                <a16:creationId xmlns:a16="http://schemas.microsoft.com/office/drawing/2014/main" id="{5DD7DE48-8E58-C9DD-75F1-CE7DA9473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Textplatzhalter 12">
            <a:extLst>
              <a:ext uri="{FF2B5EF4-FFF2-40B4-BE49-F238E27FC236}">
                <a16:creationId xmlns:a16="http://schemas.microsoft.com/office/drawing/2014/main" id="{6C5E7D2E-0364-8905-C646-555171208B5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6076" y="6308725"/>
            <a:ext cx="6941878" cy="252413"/>
          </a:xfrm>
        </p:spPr>
        <p:txBody>
          <a:bodyPr anchor="ctr"/>
          <a:lstStyle>
            <a:lvl1pPr marL="0" indent="0" rtl="0">
              <a:spcAft>
                <a:spcPts val="0"/>
              </a:spcAft>
              <a:buNone/>
              <a:defRPr sz="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376274814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C7C630D-C2F7-05BB-E6B7-A07F645CBC6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530929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C7C630D-C2F7-05BB-E6B7-A07F645CBC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feil">
            <a:extLst>
              <a:ext uri="{FF2B5EF4-FFF2-40B4-BE49-F238E27FC236}">
                <a16:creationId xmlns:a16="http://schemas.microsoft.com/office/drawing/2014/main" id="{2ED0F357-3ADA-8971-A55B-5D1D35CE9A3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279571" y="5952315"/>
            <a:ext cx="360000" cy="360000"/>
          </a:xfrm>
          <a:prstGeom prst="rect">
            <a:avLst/>
          </a:prstGeom>
        </p:spPr>
      </p:pic>
      <p:sp>
        <p:nvSpPr>
          <p:cNvPr id="18" name="Textplatzhalter 3">
            <a:extLst>
              <a:ext uri="{FF2B5EF4-FFF2-40B4-BE49-F238E27FC236}">
                <a16:creationId xmlns:a16="http://schemas.microsoft.com/office/drawing/2014/main" id="{F9DE597E-2CD6-6F67-8EC8-7D7F81D1877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3241" y="5327248"/>
            <a:ext cx="3710936" cy="981477"/>
          </a:xfrm>
          <a:prstGeom prst="rect">
            <a:avLst/>
          </a:prstGeom>
        </p:spPr>
        <p:txBody>
          <a:bodyPr anchor="b"/>
          <a:lstStyle>
            <a:lvl1pPr marL="0" indent="0" algn="r" rtl="0">
              <a:spcAft>
                <a:spcPts val="300"/>
              </a:spcAft>
              <a:buFont typeface="Arial" panose="020B0604020202020204" pitchFamily="34" charset="0"/>
              <a:buNone/>
              <a:defRPr sz="2490" b="0" spc="-30" baseline="0">
                <a:solidFill>
                  <a:schemeClr val="bg2"/>
                </a:solidFill>
                <a:latin typeface="+mn-lt"/>
              </a:defRPr>
            </a:lvl1pPr>
            <a:lvl2pPr marL="0" algn="l">
              <a:defRPr sz="2300">
                <a:solidFill>
                  <a:schemeClr val="bg2"/>
                </a:solidFill>
                <a:latin typeface="+mn-lt"/>
              </a:defRPr>
            </a:lvl2pPr>
            <a:lvl3pPr marL="0" algn="ctr">
              <a:defRPr>
                <a:solidFill>
                  <a:schemeClr val="bg2"/>
                </a:solidFill>
                <a:latin typeface="+mn-lt"/>
              </a:defRPr>
            </a:lvl3pPr>
            <a:lvl4pPr marL="0" algn="ctr">
              <a:defRPr>
                <a:solidFill>
                  <a:schemeClr val="bg2"/>
                </a:solidFill>
                <a:latin typeface="+mn-lt"/>
              </a:defRPr>
            </a:lvl4pPr>
            <a:lvl5pPr marL="0" algn="ctr">
              <a:defRPr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de-DE" dirty="0"/>
              <a:t>Text bearbeiten</a:t>
            </a:r>
          </a:p>
        </p:txBody>
      </p:sp>
      <p:sp>
        <p:nvSpPr>
          <p:cNvPr id="21" name="Bildplatzhalter">
            <a:extLst>
              <a:ext uri="{FF2B5EF4-FFF2-40B4-BE49-F238E27FC236}">
                <a16:creationId xmlns:a16="http://schemas.microsoft.com/office/drawing/2014/main" id="{DEC3CB97-49DF-D774-4093-CAAB5FBC87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733673" y="4180114"/>
            <a:ext cx="2128611" cy="2128611"/>
          </a:xfrm>
          <a:prstGeom prst="rect">
            <a:avLst/>
          </a:prstGeom>
          <a:solidFill>
            <a:schemeClr val="bg1"/>
          </a:solidFill>
        </p:spPr>
        <p:txBody>
          <a:bodyPr anchor="ctr" anchorCtr="0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QR </a:t>
            </a:r>
            <a:br>
              <a:rPr lang="de-DE"/>
            </a:br>
            <a:r>
              <a:rPr lang="de-DE"/>
              <a:t>Platzh.</a:t>
            </a:r>
            <a:endParaRPr lang="de-DE" dirty="0"/>
          </a:p>
        </p:txBody>
      </p:sp>
      <p:sp>
        <p:nvSpPr>
          <p:cNvPr id="2" name="Bubble">
            <a:extLst>
              <a:ext uri="{FF2B5EF4-FFF2-40B4-BE49-F238E27FC236}">
                <a16:creationId xmlns:a16="http://schemas.microsoft.com/office/drawing/2014/main" id="{DB9D6CC1-ACCF-2721-68B1-5CB21D8424B5}"/>
              </a:ext>
            </a:extLst>
          </p:cNvPr>
          <p:cNvSpPr/>
          <p:nvPr userDrawn="1"/>
        </p:nvSpPr>
        <p:spPr>
          <a:xfrm>
            <a:off x="749660" y="2627436"/>
            <a:ext cx="3542979" cy="3542979"/>
          </a:xfrm>
          <a:prstGeom prst="ellipse">
            <a:avLst/>
          </a:prstGeom>
          <a:solidFill>
            <a:schemeClr val="tx1"/>
          </a:solidFill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3" name="Linie">
            <a:extLst>
              <a:ext uri="{FF2B5EF4-FFF2-40B4-BE49-F238E27FC236}">
                <a16:creationId xmlns:a16="http://schemas.microsoft.com/office/drawing/2014/main" id="{F941812D-E034-14C0-3F80-2596F6D0EEDC}"/>
              </a:ext>
            </a:extLst>
          </p:cNvPr>
          <p:cNvSpPr/>
          <p:nvPr userDrawn="1"/>
        </p:nvSpPr>
        <p:spPr>
          <a:xfrm>
            <a:off x="1192213" y="4398925"/>
            <a:ext cx="2657331" cy="0"/>
          </a:xfrm>
          <a:custGeom>
            <a:avLst/>
            <a:gdLst/>
            <a:ahLst/>
            <a:cxnLst/>
            <a:rect l="l" t="t" r="r" b="b"/>
            <a:pathLst>
              <a:path w="4382134">
                <a:moveTo>
                  <a:pt x="0" y="0"/>
                </a:moveTo>
                <a:lnTo>
                  <a:pt x="4381761" y="0"/>
                </a:lnTo>
              </a:path>
            </a:pathLst>
          </a:custGeom>
          <a:ln w="2286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C2AD43DA-7D6B-DF07-4260-6D12DF1CB6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07307" y="4559292"/>
            <a:ext cx="2627143" cy="1083374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 rtl="0">
              <a:spcAft>
                <a:spcPts val="300"/>
              </a:spcAft>
              <a:buFont typeface="Arial" panose="020B0604020202020204" pitchFamily="34" charset="0"/>
              <a:buNone/>
              <a:defRPr sz="3520" b="1">
                <a:solidFill>
                  <a:schemeClr val="bg2"/>
                </a:solidFill>
                <a:latin typeface="+mn-lt"/>
              </a:defRPr>
            </a:lvl1pPr>
            <a:lvl2pPr marL="0" algn="ctr">
              <a:defRPr sz="2300">
                <a:solidFill>
                  <a:schemeClr val="bg2"/>
                </a:solidFill>
                <a:latin typeface="+mn-lt"/>
              </a:defRPr>
            </a:lvl2pPr>
            <a:lvl3pPr marL="0" algn="ctr">
              <a:defRPr>
                <a:solidFill>
                  <a:schemeClr val="bg2"/>
                </a:solidFill>
                <a:latin typeface="+mn-lt"/>
              </a:defRPr>
            </a:lvl3pPr>
            <a:lvl4pPr marL="0" algn="ctr">
              <a:defRPr>
                <a:solidFill>
                  <a:schemeClr val="bg2"/>
                </a:solidFill>
                <a:latin typeface="+mn-lt"/>
              </a:defRPr>
            </a:lvl4pPr>
            <a:lvl5pPr marL="0" algn="ctr">
              <a:defRPr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40BACC8E-45D6-56A3-BA60-F9A0B847B8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7307" y="3155185"/>
            <a:ext cx="2627143" cy="1083374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 rtl="0">
              <a:spcAft>
                <a:spcPts val="300"/>
              </a:spcAft>
              <a:buFont typeface="Arial" panose="020B0604020202020204" pitchFamily="34" charset="0"/>
              <a:buNone/>
              <a:defRPr sz="3520" b="1">
                <a:solidFill>
                  <a:schemeClr val="bg2"/>
                </a:solidFill>
                <a:latin typeface="+mn-lt"/>
              </a:defRPr>
            </a:lvl1pPr>
            <a:lvl2pPr marL="0" algn="ctr">
              <a:defRPr sz="2300">
                <a:solidFill>
                  <a:schemeClr val="bg2"/>
                </a:solidFill>
                <a:latin typeface="+mn-lt"/>
              </a:defRPr>
            </a:lvl2pPr>
            <a:lvl3pPr marL="0" algn="ctr">
              <a:defRPr>
                <a:solidFill>
                  <a:schemeClr val="bg2"/>
                </a:solidFill>
                <a:latin typeface="+mn-lt"/>
              </a:defRPr>
            </a:lvl3pPr>
            <a:lvl4pPr marL="0" algn="ctr">
              <a:defRPr>
                <a:solidFill>
                  <a:schemeClr val="bg2"/>
                </a:solidFill>
                <a:latin typeface="+mn-lt"/>
              </a:defRPr>
            </a:lvl4pPr>
            <a:lvl5pPr marL="0" algn="ctr">
              <a:defRPr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3871F6E5-C329-DC60-D16E-21828771E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450027"/>
            <a:ext cx="7742237" cy="1813694"/>
          </a:xfrm>
        </p:spPr>
        <p:txBody>
          <a:bodyPr vert="horz" anchor="t">
            <a:noAutofit/>
          </a:bodyPr>
          <a:lstStyle>
            <a:lvl1pPr rtl="0">
              <a:lnSpc>
                <a:spcPct val="80000"/>
              </a:lnSpc>
              <a:defRPr sz="7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pic>
        <p:nvPicPr>
          <p:cNvPr id="15" name="Logo FHOOE">
            <a:extLst>
              <a:ext uri="{FF2B5EF4-FFF2-40B4-BE49-F238E27FC236}">
                <a16:creationId xmlns:a16="http://schemas.microsoft.com/office/drawing/2014/main" id="{E1B64286-F9E3-7927-F90D-655BF590E00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8514966" y="375397"/>
            <a:ext cx="3340800" cy="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68456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folie - 1 Per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C7C630D-C2F7-05BB-E6B7-A07F645CBC6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72592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C7C630D-C2F7-05BB-E6B7-A07F645CBC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C5325622-8133-C0C8-DED5-18CF589973AD}"/>
              </a:ext>
            </a:extLst>
          </p:cNvPr>
          <p:cNvSpPr/>
          <p:nvPr userDrawn="1"/>
        </p:nvSpPr>
        <p:spPr>
          <a:xfrm>
            <a:off x="0" y="0"/>
            <a:ext cx="8298756" cy="25203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00" dirty="0" err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3871F6E5-C329-DC60-D16E-21828771E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450027"/>
            <a:ext cx="7742237" cy="1813694"/>
          </a:xfrm>
        </p:spPr>
        <p:txBody>
          <a:bodyPr vert="horz" anchor="ctr">
            <a:noAutofit/>
          </a:bodyPr>
          <a:lstStyle>
            <a:lvl1pPr rtl="0">
              <a:lnSpc>
                <a:spcPct val="80000"/>
              </a:lnSpc>
              <a:defRPr sz="7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64C313AA-5F82-8336-0FE2-224F57DF28C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38913" y="3656862"/>
            <a:ext cx="1029878" cy="1029879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4461FB7C-A42C-9ED6-B8FC-FB70A482B5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48026" y="4794305"/>
            <a:ext cx="4076701" cy="298450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14" name="Textplatzhalter 12">
            <a:extLst>
              <a:ext uri="{FF2B5EF4-FFF2-40B4-BE49-F238E27FC236}">
                <a16:creationId xmlns:a16="http://schemas.microsoft.com/office/drawing/2014/main" id="{EB8A33C1-3C0E-E810-AED0-087AC0E8106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026" y="5189064"/>
            <a:ext cx="4076701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Position</a:t>
            </a:r>
          </a:p>
        </p:txBody>
      </p:sp>
      <p:sp>
        <p:nvSpPr>
          <p:cNvPr id="16" name="Textplatzhalter 12">
            <a:extLst>
              <a:ext uri="{FF2B5EF4-FFF2-40B4-BE49-F238E27FC236}">
                <a16:creationId xmlns:a16="http://schemas.microsoft.com/office/drawing/2014/main" id="{B484400D-1338-EFEA-9A62-B96F38A86A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44890" y="5983244"/>
            <a:ext cx="3779837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Email Adresse</a:t>
            </a:r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F5A385C0-8056-1514-654A-ADF5219B2A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44890" y="5595077"/>
            <a:ext cx="3779837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Telefonnummer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D435A1A5-4E88-BA69-9810-9B28620F1CDE}"/>
              </a:ext>
            </a:extLst>
          </p:cNvPr>
          <p:cNvSpPr txBox="1"/>
          <p:nvPr userDrawn="1"/>
        </p:nvSpPr>
        <p:spPr>
          <a:xfrm>
            <a:off x="341313" y="3612572"/>
            <a:ext cx="6197600" cy="24314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de-DE" sz="2000" b="1" i="0" dirty="0">
                <a:solidFill>
                  <a:schemeClr val="tx1"/>
                </a:solidFill>
                <a:effectLst/>
                <a:latin typeface="+mn-lt"/>
              </a:rPr>
              <a:t>FH Oberösterreich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University </a:t>
            </a:r>
            <a:r>
              <a:rPr lang="de-DE" sz="2000" b="0" i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 Applied Sciences Upper Austria</a:t>
            </a:r>
            <a:br>
              <a:rPr lang="de-DE" dirty="0">
                <a:solidFill>
                  <a:schemeClr val="tx1"/>
                </a:solidFill>
                <a:latin typeface="+mn-lt"/>
              </a:rPr>
            </a:br>
            <a:br>
              <a:rPr lang="de-DE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 err="1">
                <a:solidFill>
                  <a:schemeClr val="tx1"/>
                </a:solidFill>
                <a:effectLst/>
                <a:latin typeface="+mn-lt"/>
              </a:rPr>
              <a:t>Roseggerstraße</a:t>
            </a: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 15, 4600 Wels, Austria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T +43 5 0804 10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F +43 5 0804 11900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E </a:t>
            </a:r>
            <a:r>
              <a:rPr lang="de-DE" sz="2000" b="0" i="0" u="sng" dirty="0">
                <a:solidFill>
                  <a:schemeClr val="tx1"/>
                </a:solidFill>
                <a:effectLst/>
                <a:latin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info@fh-ooe.at</a:t>
            </a:r>
            <a:endParaRPr lang="de-DE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CBE447FF-CD8F-7C19-BA37-A5DCDEECBAFF}"/>
              </a:ext>
            </a:extLst>
          </p:cNvPr>
          <p:cNvSpPr txBox="1"/>
          <p:nvPr userDrawn="1"/>
        </p:nvSpPr>
        <p:spPr>
          <a:xfrm>
            <a:off x="6548026" y="5590414"/>
            <a:ext cx="239714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de-DE" sz="2000" dirty="0">
                <a:solidFill>
                  <a:schemeClr val="tx1"/>
                </a:solidFill>
                <a:latin typeface="+mn-lt"/>
              </a:rPr>
              <a:t>T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7D52B193-19AE-0408-BE62-A364FB52D61F}"/>
              </a:ext>
            </a:extLst>
          </p:cNvPr>
          <p:cNvSpPr txBox="1"/>
          <p:nvPr userDrawn="1"/>
        </p:nvSpPr>
        <p:spPr>
          <a:xfrm>
            <a:off x="6548026" y="5978581"/>
            <a:ext cx="239714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de-DE" sz="2000" dirty="0">
                <a:solidFill>
                  <a:schemeClr val="tx1"/>
                </a:solidFill>
                <a:latin typeface="+mn-lt"/>
              </a:rPr>
              <a:t>E</a:t>
            </a:r>
          </a:p>
        </p:txBody>
      </p:sp>
      <p:pic>
        <p:nvPicPr>
          <p:cNvPr id="2" name="Grafik 1" descr="Ein Bild, das Text, Schrift, Symbol, Logo enthält.&#10;&#10;Automatisch generierte Beschreibung">
            <a:extLst>
              <a:ext uri="{FF2B5EF4-FFF2-40B4-BE49-F238E27FC236}">
                <a16:creationId xmlns:a16="http://schemas.microsoft.com/office/drawing/2014/main" id="{5E58BD18-644B-80A9-8888-0BA710FF6D1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4348" y="352696"/>
            <a:ext cx="3342690" cy="102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78000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folie - 2 Person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C7C630D-C2F7-05BB-E6B7-A07F645CBC6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05417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C7C630D-C2F7-05BB-E6B7-A07F645CBC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hteck 20">
            <a:extLst>
              <a:ext uri="{FF2B5EF4-FFF2-40B4-BE49-F238E27FC236}">
                <a16:creationId xmlns:a16="http://schemas.microsoft.com/office/drawing/2014/main" id="{6856D632-4945-06BE-77A5-51EBBDA5A4E8}"/>
              </a:ext>
            </a:extLst>
          </p:cNvPr>
          <p:cNvSpPr/>
          <p:nvPr userDrawn="1"/>
        </p:nvSpPr>
        <p:spPr>
          <a:xfrm>
            <a:off x="0" y="0"/>
            <a:ext cx="8298756" cy="25203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00" dirty="0" err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3871F6E5-C329-DC60-D16E-21828771E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450027"/>
            <a:ext cx="7742237" cy="1813694"/>
          </a:xfrm>
        </p:spPr>
        <p:txBody>
          <a:bodyPr vert="horz" anchor="ctr">
            <a:noAutofit/>
          </a:bodyPr>
          <a:lstStyle>
            <a:lvl1pPr rtl="0">
              <a:lnSpc>
                <a:spcPct val="80000"/>
              </a:lnSpc>
              <a:defRPr sz="7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64C313AA-5F82-8336-0FE2-224F57DF28C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41148" y="3306187"/>
            <a:ext cx="1029878" cy="1029879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4461FB7C-A42C-9ED6-B8FC-FB70A482B5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67765" y="4443630"/>
            <a:ext cx="3649463" cy="298450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14" name="Textplatzhalter 12">
            <a:extLst>
              <a:ext uri="{FF2B5EF4-FFF2-40B4-BE49-F238E27FC236}">
                <a16:creationId xmlns:a16="http://schemas.microsoft.com/office/drawing/2014/main" id="{EB8A33C1-3C0E-E810-AED0-087AC0E8106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67765" y="4838389"/>
            <a:ext cx="3649463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Position</a:t>
            </a:r>
          </a:p>
        </p:txBody>
      </p:sp>
      <p:sp>
        <p:nvSpPr>
          <p:cNvPr id="16" name="Textplatzhalter 12">
            <a:extLst>
              <a:ext uri="{FF2B5EF4-FFF2-40B4-BE49-F238E27FC236}">
                <a16:creationId xmlns:a16="http://schemas.microsoft.com/office/drawing/2014/main" id="{B484400D-1338-EFEA-9A62-B96F38A86A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47125" y="5632569"/>
            <a:ext cx="3370103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Email Adresse</a:t>
            </a:r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F5A385C0-8056-1514-654A-ADF5219B2A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7125" y="5244402"/>
            <a:ext cx="3370103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Telefonnummer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D435A1A5-4E88-BA69-9810-9B28620F1CDE}"/>
              </a:ext>
            </a:extLst>
          </p:cNvPr>
          <p:cNvSpPr txBox="1"/>
          <p:nvPr userDrawn="1"/>
        </p:nvSpPr>
        <p:spPr>
          <a:xfrm>
            <a:off x="341313" y="3261737"/>
            <a:ext cx="2846387" cy="30469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de-DE" sz="2000" b="1" i="0" dirty="0">
                <a:solidFill>
                  <a:schemeClr val="tx1"/>
                </a:solidFill>
                <a:effectLst/>
                <a:latin typeface="+mn-lt"/>
              </a:rPr>
              <a:t>FH Oberösterreich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University </a:t>
            </a:r>
            <a:r>
              <a:rPr lang="de-DE" sz="2000" b="0" i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 Applied Sciences Upper Austria</a:t>
            </a:r>
            <a:br>
              <a:rPr lang="de-DE" dirty="0">
                <a:solidFill>
                  <a:schemeClr val="tx1"/>
                </a:solidFill>
                <a:latin typeface="+mn-lt"/>
              </a:rPr>
            </a:br>
            <a:br>
              <a:rPr lang="de-DE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 err="1">
                <a:solidFill>
                  <a:schemeClr val="tx1"/>
                </a:solidFill>
                <a:effectLst/>
                <a:latin typeface="+mn-lt"/>
              </a:rPr>
              <a:t>Roseggerstraße</a:t>
            </a: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 15, 4600 Wels, Austria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T +43 5 0804 10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F +43 5 0804 11900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E </a:t>
            </a:r>
            <a:r>
              <a:rPr lang="de-DE" sz="2000" b="0" i="0" u="sng" dirty="0">
                <a:solidFill>
                  <a:schemeClr val="tx1"/>
                </a:solidFill>
                <a:effectLst/>
                <a:latin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info@fh-ooe.at</a:t>
            </a:r>
            <a:endParaRPr lang="de-DE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CBE447FF-CD8F-7C19-BA37-A5DCDEECBAFF}"/>
              </a:ext>
            </a:extLst>
          </p:cNvPr>
          <p:cNvSpPr txBox="1"/>
          <p:nvPr userDrawn="1"/>
        </p:nvSpPr>
        <p:spPr>
          <a:xfrm>
            <a:off x="3750261" y="5239739"/>
            <a:ext cx="239714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de-DE" sz="2000" dirty="0">
                <a:solidFill>
                  <a:schemeClr val="tx1"/>
                </a:solidFill>
                <a:latin typeface="+mn-lt"/>
              </a:rPr>
              <a:t>T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7D52B193-19AE-0408-BE62-A364FB52D61F}"/>
              </a:ext>
            </a:extLst>
          </p:cNvPr>
          <p:cNvSpPr txBox="1"/>
          <p:nvPr userDrawn="1"/>
        </p:nvSpPr>
        <p:spPr>
          <a:xfrm>
            <a:off x="3750261" y="5627906"/>
            <a:ext cx="239714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de-DE" sz="2000" dirty="0">
                <a:solidFill>
                  <a:schemeClr val="tx1"/>
                </a:solidFill>
                <a:latin typeface="+mn-lt"/>
              </a:rPr>
              <a:t>E</a:t>
            </a:r>
          </a:p>
        </p:txBody>
      </p:sp>
      <p:sp>
        <p:nvSpPr>
          <p:cNvPr id="2" name="Bildplatzhalter 9">
            <a:extLst>
              <a:ext uri="{FF2B5EF4-FFF2-40B4-BE49-F238E27FC236}">
                <a16:creationId xmlns:a16="http://schemas.microsoft.com/office/drawing/2014/main" id="{52B9AEB2-2B74-010B-5062-94D89EA4220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00027" y="3306187"/>
            <a:ext cx="1029878" cy="1029879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" name="Textplatzhalter 12">
            <a:extLst>
              <a:ext uri="{FF2B5EF4-FFF2-40B4-BE49-F238E27FC236}">
                <a16:creationId xmlns:a16="http://schemas.microsoft.com/office/drawing/2014/main" id="{E2E1F07C-C824-4E3F-6BA5-4ADF2D25AB3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09141" y="4443630"/>
            <a:ext cx="3685958" cy="298450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4" name="Textplatzhalter 12">
            <a:extLst>
              <a:ext uri="{FF2B5EF4-FFF2-40B4-BE49-F238E27FC236}">
                <a16:creationId xmlns:a16="http://schemas.microsoft.com/office/drawing/2014/main" id="{A3C2CEA0-EAC3-9DCF-C0DD-C5A6DA6D4C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09141" y="4838389"/>
            <a:ext cx="3685958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Position</a:t>
            </a:r>
          </a:p>
        </p:txBody>
      </p:sp>
      <p:sp>
        <p:nvSpPr>
          <p:cNvPr id="5" name="Textplatzhalter 12">
            <a:extLst>
              <a:ext uri="{FF2B5EF4-FFF2-40B4-BE49-F238E27FC236}">
                <a16:creationId xmlns:a16="http://schemas.microsoft.com/office/drawing/2014/main" id="{9D2AFBEF-B44B-9A0F-0A10-6DC8E68FD5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06004" y="5632569"/>
            <a:ext cx="3389095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Email Adresse</a:t>
            </a:r>
          </a:p>
        </p:txBody>
      </p: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C9BCB491-BE82-2178-C2DA-30BCB021C99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06004" y="5244402"/>
            <a:ext cx="3389095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Telefonnummer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C15282D-6F51-F434-584B-8E3D6ABA2B25}"/>
              </a:ext>
            </a:extLst>
          </p:cNvPr>
          <p:cNvSpPr txBox="1"/>
          <p:nvPr userDrawn="1"/>
        </p:nvSpPr>
        <p:spPr>
          <a:xfrm>
            <a:off x="8009140" y="5239739"/>
            <a:ext cx="239714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de-DE" sz="2000" dirty="0">
                <a:solidFill>
                  <a:schemeClr val="tx1"/>
                </a:solidFill>
                <a:latin typeface="+mn-lt"/>
              </a:rPr>
              <a:t>T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CAD356A-F9E8-D3DA-E529-60EB6C0C1540}"/>
              </a:ext>
            </a:extLst>
          </p:cNvPr>
          <p:cNvSpPr txBox="1"/>
          <p:nvPr userDrawn="1"/>
        </p:nvSpPr>
        <p:spPr>
          <a:xfrm>
            <a:off x="8009140" y="5627906"/>
            <a:ext cx="239714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de-DE" sz="2000" dirty="0">
                <a:solidFill>
                  <a:schemeClr val="tx1"/>
                </a:solidFill>
                <a:latin typeface="+mn-lt"/>
              </a:rPr>
              <a:t>E</a:t>
            </a:r>
          </a:p>
        </p:txBody>
      </p:sp>
      <p:pic>
        <p:nvPicPr>
          <p:cNvPr id="12" name="Grafik 11" descr="Ein Bild, das Text, Schrift, Symbol, Logo enthält.&#10;&#10;Automatisch generierte Beschreibung">
            <a:extLst>
              <a:ext uri="{FF2B5EF4-FFF2-40B4-BE49-F238E27FC236}">
                <a16:creationId xmlns:a16="http://schemas.microsoft.com/office/drawing/2014/main" id="{DAE698B9-7E53-6DA3-99F4-0CC08E80331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4348" y="352696"/>
            <a:ext cx="3342690" cy="102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17649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FC92DB6-3BCF-F8C7-8941-551D301C0C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7312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FC92DB6-3BCF-F8C7-8941-551D301C0C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platzhalter 7">
            <a:extLst>
              <a:ext uri="{FF2B5EF4-FFF2-40B4-BE49-F238E27FC236}">
                <a16:creationId xmlns:a16="http://schemas.microsoft.com/office/drawing/2014/main" id="{F9C532F2-42E9-A916-FFA6-31EE57BC5E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962" y="2215610"/>
            <a:ext cx="11522075" cy="3305175"/>
          </a:xfrm>
          <a:prstGeom prst="rect">
            <a:avLst/>
          </a:prstGeom>
        </p:spPr>
        <p:txBody>
          <a:bodyPr anchor="b"/>
          <a:lstStyle>
            <a:lvl1pPr marL="0" indent="0" rtl="0">
              <a:lnSpc>
                <a:spcPct val="80000"/>
              </a:lnSpc>
              <a:buFont typeface="Arial" panose="020B0604020202020204" pitchFamily="34" charset="0"/>
              <a:buNone/>
              <a:defRPr sz="7000">
                <a:solidFill>
                  <a:schemeClr val="bg2"/>
                </a:solidFill>
                <a:latin typeface="+mj-lt"/>
              </a:defRPr>
            </a:lvl1pPr>
            <a:lvl2pPr>
              <a:defRPr sz="7000">
                <a:latin typeface="+mj-lt"/>
              </a:defRPr>
            </a:lvl2pPr>
            <a:lvl3pPr>
              <a:defRPr sz="7000">
                <a:latin typeface="+mj-lt"/>
              </a:defRPr>
            </a:lvl3pPr>
            <a:lvl4pPr>
              <a:defRPr sz="7000">
                <a:latin typeface="+mj-lt"/>
              </a:defRPr>
            </a:lvl4pPr>
            <a:lvl5pPr>
              <a:defRPr sz="7000">
                <a:latin typeface="+mj-lt"/>
              </a:defRPr>
            </a:lvl5pPr>
          </a:lstStyle>
          <a:p>
            <a:pPr lvl="0"/>
            <a:r>
              <a:rPr lang="de-DE" dirty="0"/>
              <a:t>Titelfolie</a:t>
            </a:r>
          </a:p>
          <a:p>
            <a:pPr lvl="0"/>
            <a:r>
              <a:rPr lang="de-DE" dirty="0"/>
              <a:t>Headline zwei- / dreizeilig über gesamte Breite</a:t>
            </a:r>
          </a:p>
        </p:txBody>
      </p:sp>
      <p:pic>
        <p:nvPicPr>
          <p:cNvPr id="3" name="Logo FHOOE">
            <a:extLst>
              <a:ext uri="{FF2B5EF4-FFF2-40B4-BE49-F238E27FC236}">
                <a16:creationId xmlns:a16="http://schemas.microsoft.com/office/drawing/2014/main" id="{D547313D-2774-B483-7660-BBE125E9377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514966" y="375397"/>
            <a:ext cx="3340800" cy="981477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6534EDF-53EF-8037-725E-7C053DE0039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5816600"/>
            <a:ext cx="11520487" cy="492125"/>
          </a:xfrm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 sz="28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Titelfolie </a:t>
            </a:r>
            <a:r>
              <a:rPr lang="de-DE" dirty="0" err="1"/>
              <a:t>Subline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0489629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+ Bil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74BE801-662F-D87D-84C1-BC978EBC99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5773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74BE801-662F-D87D-84C1-BC978EBC99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Bildplatzhalter 5">
            <a:extLst>
              <a:ext uri="{FF2B5EF4-FFF2-40B4-BE49-F238E27FC236}">
                <a16:creationId xmlns:a16="http://schemas.microsoft.com/office/drawing/2014/main" id="{DA243E45-6611-6C37-5709-590BC986ED4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91250" y="0"/>
            <a:ext cx="6000750" cy="6858000"/>
          </a:xfrm>
          <a:custGeom>
            <a:avLst/>
            <a:gdLst>
              <a:gd name="connsiteX0" fmla="*/ 0 w 6000750"/>
              <a:gd name="connsiteY0" fmla="*/ 0 h 6858000"/>
              <a:gd name="connsiteX1" fmla="*/ 865755 w 6000750"/>
              <a:gd name="connsiteY1" fmla="*/ 0 h 6858000"/>
              <a:gd name="connsiteX2" fmla="*/ 865755 w 6000750"/>
              <a:gd name="connsiteY2" fmla="*/ 857190 h 6858000"/>
              <a:gd name="connsiteX3" fmla="*/ 1722946 w 6000750"/>
              <a:gd name="connsiteY3" fmla="*/ 857190 h 6858000"/>
              <a:gd name="connsiteX4" fmla="*/ 1722946 w 6000750"/>
              <a:gd name="connsiteY4" fmla="*/ 0 h 6858000"/>
              <a:gd name="connsiteX5" fmla="*/ 6000750 w 6000750"/>
              <a:gd name="connsiteY5" fmla="*/ 0 h 6858000"/>
              <a:gd name="connsiteX6" fmla="*/ 6000750 w 6000750"/>
              <a:gd name="connsiteY6" fmla="*/ 6858000 h 6858000"/>
              <a:gd name="connsiteX7" fmla="*/ 860426 w 6000750"/>
              <a:gd name="connsiteY7" fmla="*/ 6858000 h 6858000"/>
              <a:gd name="connsiteX8" fmla="*/ 860426 w 6000750"/>
              <a:gd name="connsiteY8" fmla="*/ 857193 h 6858000"/>
              <a:gd name="connsiteX9" fmla="*/ 0 w 6000750"/>
              <a:gd name="connsiteY9" fmla="*/ 85719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00750" h="6858000">
                <a:moveTo>
                  <a:pt x="0" y="0"/>
                </a:moveTo>
                <a:lnTo>
                  <a:pt x="865755" y="0"/>
                </a:lnTo>
                <a:lnTo>
                  <a:pt x="865755" y="857190"/>
                </a:lnTo>
                <a:lnTo>
                  <a:pt x="1722946" y="857190"/>
                </a:lnTo>
                <a:lnTo>
                  <a:pt x="1722946" y="0"/>
                </a:lnTo>
                <a:lnTo>
                  <a:pt x="6000750" y="0"/>
                </a:lnTo>
                <a:lnTo>
                  <a:pt x="6000750" y="6858000"/>
                </a:lnTo>
                <a:lnTo>
                  <a:pt x="860426" y="6858000"/>
                </a:lnTo>
                <a:lnTo>
                  <a:pt x="860426" y="857193"/>
                </a:lnTo>
                <a:lnTo>
                  <a:pt x="0" y="85719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/>
            </a:lvl1pPr>
          </a:lstStyle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F9C532F2-42E9-A916-FFA6-31EE57BC5E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963" y="1356874"/>
            <a:ext cx="6250664" cy="4163911"/>
          </a:xfrm>
          <a:prstGeom prst="rect">
            <a:avLst/>
          </a:prstGeom>
        </p:spPr>
        <p:txBody>
          <a:bodyPr anchor="b"/>
          <a:lstStyle>
            <a:lvl1pPr marL="0" indent="0" rtl="0">
              <a:lnSpc>
                <a:spcPct val="80000"/>
              </a:lnSpc>
              <a:buFont typeface="Arial" panose="020B0604020202020204" pitchFamily="34" charset="0"/>
              <a:buNone/>
              <a:defRPr sz="7000">
                <a:solidFill>
                  <a:schemeClr val="bg2"/>
                </a:solidFill>
                <a:latin typeface="+mj-lt"/>
              </a:defRPr>
            </a:lvl1pPr>
            <a:lvl2pPr>
              <a:defRPr sz="7000">
                <a:latin typeface="+mj-lt"/>
              </a:defRPr>
            </a:lvl2pPr>
            <a:lvl3pPr>
              <a:defRPr sz="7000">
                <a:latin typeface="+mj-lt"/>
              </a:defRPr>
            </a:lvl3pPr>
            <a:lvl4pPr>
              <a:defRPr sz="7000">
                <a:latin typeface="+mj-lt"/>
              </a:defRPr>
            </a:lvl4pPr>
            <a:lvl5pPr>
              <a:defRPr sz="7000">
                <a:latin typeface="+mj-lt"/>
              </a:defRPr>
            </a:lvl5pPr>
          </a:lstStyle>
          <a:p>
            <a:pPr lvl="0"/>
            <a:r>
              <a:rPr lang="de-DE" dirty="0"/>
              <a:t>Titelfolie</a:t>
            </a:r>
          </a:p>
          <a:p>
            <a:pPr lvl="0"/>
            <a:r>
              <a:rPr lang="de-DE" dirty="0"/>
              <a:t>Headline zwei- / dreizeilig über gesamte Breite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6534EDF-53EF-8037-725E-7C053DE0039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4" y="5816600"/>
            <a:ext cx="6250664" cy="492125"/>
          </a:xfrm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 sz="28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Titelfolie </a:t>
            </a:r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6" name="Textplatzhalter 17">
            <a:extLst>
              <a:ext uri="{FF2B5EF4-FFF2-40B4-BE49-F238E27FC236}">
                <a16:creationId xmlns:a16="http://schemas.microsoft.com/office/drawing/2014/main" id="{5B6A62F0-4243-B24C-8C65-A1E38494C4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89523" y="441729"/>
            <a:ext cx="3190673" cy="853660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252293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kative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203144A-7A8B-EDC0-40D4-2E9C016405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514043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03144A-7A8B-EDC0-40D4-2E9C016405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Box 4">
            <a:extLst>
              <a:ext uri="{FF2B5EF4-FFF2-40B4-BE49-F238E27FC236}">
                <a16:creationId xmlns:a16="http://schemas.microsoft.com/office/drawing/2014/main" id="{F60A7B8F-4253-A940-8DA9-F18597354183}"/>
              </a:ext>
            </a:extLst>
          </p:cNvPr>
          <p:cNvSpPr/>
          <p:nvPr userDrawn="1"/>
        </p:nvSpPr>
        <p:spPr>
          <a:xfrm>
            <a:off x="8762737" y="5143307"/>
            <a:ext cx="1714693" cy="1714693"/>
          </a:xfrm>
          <a:custGeom>
            <a:avLst/>
            <a:gdLst/>
            <a:ahLst/>
            <a:cxnLst/>
            <a:rect l="l" t="t" r="r" b="b"/>
            <a:pathLst>
              <a:path w="2827654" h="2827654">
                <a:moveTo>
                  <a:pt x="2827201" y="0"/>
                </a:moveTo>
                <a:lnTo>
                  <a:pt x="0" y="0"/>
                </a:lnTo>
                <a:lnTo>
                  <a:pt x="0" y="2827201"/>
                </a:lnTo>
                <a:lnTo>
                  <a:pt x="2827201" y="2827201"/>
                </a:lnTo>
                <a:lnTo>
                  <a:pt x="2827201" y="0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27" name="Box 5">
            <a:extLst>
              <a:ext uri="{FF2B5EF4-FFF2-40B4-BE49-F238E27FC236}">
                <a16:creationId xmlns:a16="http://schemas.microsoft.com/office/drawing/2014/main" id="{0D516B6E-66DE-020F-ED99-1A9E2F5FA845}"/>
              </a:ext>
            </a:extLst>
          </p:cNvPr>
          <p:cNvSpPr/>
          <p:nvPr userDrawn="1"/>
        </p:nvSpPr>
        <p:spPr>
          <a:xfrm>
            <a:off x="10477307" y="3428728"/>
            <a:ext cx="1714693" cy="1714693"/>
          </a:xfrm>
          <a:custGeom>
            <a:avLst/>
            <a:gdLst/>
            <a:ahLst/>
            <a:cxnLst/>
            <a:rect l="l" t="t" r="r" b="b"/>
            <a:pathLst>
              <a:path w="2827654" h="2827654">
                <a:moveTo>
                  <a:pt x="2827201" y="0"/>
                </a:moveTo>
                <a:lnTo>
                  <a:pt x="0" y="0"/>
                </a:lnTo>
                <a:lnTo>
                  <a:pt x="0" y="2827201"/>
                </a:lnTo>
                <a:lnTo>
                  <a:pt x="2827201" y="2827201"/>
                </a:lnTo>
                <a:lnTo>
                  <a:pt x="2827201" y="0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25" name="Bildplatzhalter 24">
            <a:extLst>
              <a:ext uri="{FF2B5EF4-FFF2-40B4-BE49-F238E27FC236}">
                <a16:creationId xmlns:a16="http://schemas.microsoft.com/office/drawing/2014/main" id="{41985140-23F6-7610-07D6-93CD9F94A3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29462" y="0"/>
            <a:ext cx="8762538" cy="6858000"/>
          </a:xfrm>
          <a:custGeom>
            <a:avLst/>
            <a:gdLst>
              <a:gd name="connsiteX0" fmla="*/ 5333275 w 8762538"/>
              <a:gd name="connsiteY0" fmla="*/ 5143307 h 6858000"/>
              <a:gd name="connsiteX1" fmla="*/ 5333275 w 8762538"/>
              <a:gd name="connsiteY1" fmla="*/ 6857725 h 6858000"/>
              <a:gd name="connsiteX2" fmla="*/ 7047692 w 8762538"/>
              <a:gd name="connsiteY2" fmla="*/ 6857725 h 6858000"/>
              <a:gd name="connsiteX3" fmla="*/ 7047693 w 8762538"/>
              <a:gd name="connsiteY3" fmla="*/ 6857725 h 6858000"/>
              <a:gd name="connsiteX4" fmla="*/ 8762104 w 8762538"/>
              <a:gd name="connsiteY4" fmla="*/ 6857725 h 6858000"/>
              <a:gd name="connsiteX5" fmla="*/ 8762104 w 8762538"/>
              <a:gd name="connsiteY5" fmla="*/ 5143307 h 6858000"/>
              <a:gd name="connsiteX6" fmla="*/ 7047693 w 8762538"/>
              <a:gd name="connsiteY6" fmla="*/ 5143307 h 6858000"/>
              <a:gd name="connsiteX7" fmla="*/ 7047692 w 8762538"/>
              <a:gd name="connsiteY7" fmla="*/ 5143307 h 6858000"/>
              <a:gd name="connsiteX8" fmla="*/ 7047845 w 8762538"/>
              <a:gd name="connsiteY8" fmla="*/ 3428728 h 6858000"/>
              <a:gd name="connsiteX9" fmla="*/ 7047845 w 8762538"/>
              <a:gd name="connsiteY9" fmla="*/ 5143146 h 6858000"/>
              <a:gd name="connsiteX10" fmla="*/ 8762263 w 8762538"/>
              <a:gd name="connsiteY10" fmla="*/ 5143146 h 6858000"/>
              <a:gd name="connsiteX11" fmla="*/ 8762263 w 8762538"/>
              <a:gd name="connsiteY11" fmla="*/ 3428728 h 6858000"/>
              <a:gd name="connsiteX12" fmla="*/ 0 w 8762538"/>
              <a:gd name="connsiteY12" fmla="*/ 0 h 6858000"/>
              <a:gd name="connsiteX13" fmla="*/ 1714142 w 8762538"/>
              <a:gd name="connsiteY13" fmla="*/ 0 h 6858000"/>
              <a:gd name="connsiteX14" fmla="*/ 1714142 w 8762538"/>
              <a:gd name="connsiteY14" fmla="*/ 1714417 h 6858000"/>
              <a:gd name="connsiteX15" fmla="*/ 3428553 w 8762538"/>
              <a:gd name="connsiteY15" fmla="*/ 1714417 h 6858000"/>
              <a:gd name="connsiteX16" fmla="*/ 3428553 w 8762538"/>
              <a:gd name="connsiteY16" fmla="*/ 0 h 6858000"/>
              <a:gd name="connsiteX17" fmla="*/ 8762538 w 8762538"/>
              <a:gd name="connsiteY17" fmla="*/ 0 h 6858000"/>
              <a:gd name="connsiteX18" fmla="*/ 8762538 w 8762538"/>
              <a:gd name="connsiteY18" fmla="*/ 6858000 h 6858000"/>
              <a:gd name="connsiteX19" fmla="*/ 0 w 8762538"/>
              <a:gd name="connsiteY19" fmla="*/ 6858000 h 6858000"/>
              <a:gd name="connsiteX20" fmla="*/ 0 w 8762538"/>
              <a:gd name="connsiteY20" fmla="*/ 6855904 h 6858000"/>
              <a:gd name="connsiteX21" fmla="*/ 1713444 w 8762538"/>
              <a:gd name="connsiteY21" fmla="*/ 6855904 h 6858000"/>
              <a:gd name="connsiteX22" fmla="*/ 1713444 w 8762538"/>
              <a:gd name="connsiteY22" fmla="*/ 1714340 h 6858000"/>
              <a:gd name="connsiteX23" fmla="*/ 0 w 8762538"/>
              <a:gd name="connsiteY23" fmla="*/ 1714340 h 6858000"/>
              <a:gd name="connsiteX0" fmla="*/ 5333275 w 8762538"/>
              <a:gd name="connsiteY0" fmla="*/ 5143307 h 6858000"/>
              <a:gd name="connsiteX1" fmla="*/ 5333275 w 8762538"/>
              <a:gd name="connsiteY1" fmla="*/ 6857725 h 6858000"/>
              <a:gd name="connsiteX2" fmla="*/ 7047692 w 8762538"/>
              <a:gd name="connsiteY2" fmla="*/ 6857725 h 6858000"/>
              <a:gd name="connsiteX3" fmla="*/ 7047693 w 8762538"/>
              <a:gd name="connsiteY3" fmla="*/ 6857725 h 6858000"/>
              <a:gd name="connsiteX4" fmla="*/ 8762104 w 8762538"/>
              <a:gd name="connsiteY4" fmla="*/ 6857725 h 6858000"/>
              <a:gd name="connsiteX5" fmla="*/ 8762104 w 8762538"/>
              <a:gd name="connsiteY5" fmla="*/ 5143307 h 6858000"/>
              <a:gd name="connsiteX6" fmla="*/ 7047693 w 8762538"/>
              <a:gd name="connsiteY6" fmla="*/ 5143307 h 6858000"/>
              <a:gd name="connsiteX7" fmla="*/ 7047692 w 8762538"/>
              <a:gd name="connsiteY7" fmla="*/ 5143307 h 6858000"/>
              <a:gd name="connsiteX8" fmla="*/ 5333275 w 8762538"/>
              <a:gd name="connsiteY8" fmla="*/ 5143307 h 6858000"/>
              <a:gd name="connsiteX9" fmla="*/ 7047845 w 8762538"/>
              <a:gd name="connsiteY9" fmla="*/ 3428728 h 6858000"/>
              <a:gd name="connsiteX10" fmla="*/ 7047845 w 8762538"/>
              <a:gd name="connsiteY10" fmla="*/ 5143146 h 6858000"/>
              <a:gd name="connsiteX11" fmla="*/ 8762263 w 8762538"/>
              <a:gd name="connsiteY11" fmla="*/ 5143146 h 6858000"/>
              <a:gd name="connsiteX12" fmla="*/ 8762263 w 8762538"/>
              <a:gd name="connsiteY12" fmla="*/ 3428728 h 6858000"/>
              <a:gd name="connsiteX13" fmla="*/ 7047845 w 8762538"/>
              <a:gd name="connsiteY13" fmla="*/ 3428728 h 6858000"/>
              <a:gd name="connsiteX14" fmla="*/ 0 w 8762538"/>
              <a:gd name="connsiteY14" fmla="*/ 0 h 6858000"/>
              <a:gd name="connsiteX15" fmla="*/ 1714142 w 8762538"/>
              <a:gd name="connsiteY15" fmla="*/ 0 h 6858000"/>
              <a:gd name="connsiteX16" fmla="*/ 1714142 w 8762538"/>
              <a:gd name="connsiteY16" fmla="*/ 1714417 h 6858000"/>
              <a:gd name="connsiteX17" fmla="*/ 3428553 w 8762538"/>
              <a:gd name="connsiteY17" fmla="*/ 1714417 h 6858000"/>
              <a:gd name="connsiteX18" fmla="*/ 3428553 w 8762538"/>
              <a:gd name="connsiteY18" fmla="*/ 0 h 6858000"/>
              <a:gd name="connsiteX19" fmla="*/ 8762538 w 8762538"/>
              <a:gd name="connsiteY19" fmla="*/ 0 h 6858000"/>
              <a:gd name="connsiteX20" fmla="*/ 8762538 w 8762538"/>
              <a:gd name="connsiteY20" fmla="*/ 6858000 h 6858000"/>
              <a:gd name="connsiteX21" fmla="*/ 0 w 8762538"/>
              <a:gd name="connsiteY21" fmla="*/ 6858000 h 6858000"/>
              <a:gd name="connsiteX22" fmla="*/ 1713444 w 8762538"/>
              <a:gd name="connsiteY22" fmla="*/ 6855904 h 6858000"/>
              <a:gd name="connsiteX23" fmla="*/ 1713444 w 8762538"/>
              <a:gd name="connsiteY23" fmla="*/ 1714340 h 6858000"/>
              <a:gd name="connsiteX24" fmla="*/ 0 w 8762538"/>
              <a:gd name="connsiteY24" fmla="*/ 1714340 h 6858000"/>
              <a:gd name="connsiteX25" fmla="*/ 0 w 8762538"/>
              <a:gd name="connsiteY25" fmla="*/ 0 h 6858000"/>
              <a:gd name="connsiteX0" fmla="*/ 5333275 w 8762538"/>
              <a:gd name="connsiteY0" fmla="*/ 5143307 h 6858000"/>
              <a:gd name="connsiteX1" fmla="*/ 5333275 w 8762538"/>
              <a:gd name="connsiteY1" fmla="*/ 6857725 h 6858000"/>
              <a:gd name="connsiteX2" fmla="*/ 7047692 w 8762538"/>
              <a:gd name="connsiteY2" fmla="*/ 6857725 h 6858000"/>
              <a:gd name="connsiteX3" fmla="*/ 7047693 w 8762538"/>
              <a:gd name="connsiteY3" fmla="*/ 6857725 h 6858000"/>
              <a:gd name="connsiteX4" fmla="*/ 8762104 w 8762538"/>
              <a:gd name="connsiteY4" fmla="*/ 6857725 h 6858000"/>
              <a:gd name="connsiteX5" fmla="*/ 8762104 w 8762538"/>
              <a:gd name="connsiteY5" fmla="*/ 5143307 h 6858000"/>
              <a:gd name="connsiteX6" fmla="*/ 7047693 w 8762538"/>
              <a:gd name="connsiteY6" fmla="*/ 5143307 h 6858000"/>
              <a:gd name="connsiteX7" fmla="*/ 7047692 w 8762538"/>
              <a:gd name="connsiteY7" fmla="*/ 5143307 h 6858000"/>
              <a:gd name="connsiteX8" fmla="*/ 5333275 w 8762538"/>
              <a:gd name="connsiteY8" fmla="*/ 5143307 h 6858000"/>
              <a:gd name="connsiteX9" fmla="*/ 7047845 w 8762538"/>
              <a:gd name="connsiteY9" fmla="*/ 3428728 h 6858000"/>
              <a:gd name="connsiteX10" fmla="*/ 7047845 w 8762538"/>
              <a:gd name="connsiteY10" fmla="*/ 5143146 h 6858000"/>
              <a:gd name="connsiteX11" fmla="*/ 8762263 w 8762538"/>
              <a:gd name="connsiteY11" fmla="*/ 5143146 h 6858000"/>
              <a:gd name="connsiteX12" fmla="*/ 8762263 w 8762538"/>
              <a:gd name="connsiteY12" fmla="*/ 3428728 h 6858000"/>
              <a:gd name="connsiteX13" fmla="*/ 7047845 w 8762538"/>
              <a:gd name="connsiteY13" fmla="*/ 3428728 h 6858000"/>
              <a:gd name="connsiteX14" fmla="*/ 0 w 8762538"/>
              <a:gd name="connsiteY14" fmla="*/ 0 h 6858000"/>
              <a:gd name="connsiteX15" fmla="*/ 1714142 w 8762538"/>
              <a:gd name="connsiteY15" fmla="*/ 0 h 6858000"/>
              <a:gd name="connsiteX16" fmla="*/ 1714142 w 8762538"/>
              <a:gd name="connsiteY16" fmla="*/ 1714417 h 6858000"/>
              <a:gd name="connsiteX17" fmla="*/ 3428553 w 8762538"/>
              <a:gd name="connsiteY17" fmla="*/ 1714417 h 6858000"/>
              <a:gd name="connsiteX18" fmla="*/ 3428553 w 8762538"/>
              <a:gd name="connsiteY18" fmla="*/ 0 h 6858000"/>
              <a:gd name="connsiteX19" fmla="*/ 8762538 w 8762538"/>
              <a:gd name="connsiteY19" fmla="*/ 0 h 6858000"/>
              <a:gd name="connsiteX20" fmla="*/ 8762538 w 8762538"/>
              <a:gd name="connsiteY20" fmla="*/ 6858000 h 6858000"/>
              <a:gd name="connsiteX21" fmla="*/ 1713444 w 8762538"/>
              <a:gd name="connsiteY21" fmla="*/ 6855904 h 6858000"/>
              <a:gd name="connsiteX22" fmla="*/ 1713444 w 8762538"/>
              <a:gd name="connsiteY22" fmla="*/ 1714340 h 6858000"/>
              <a:gd name="connsiteX23" fmla="*/ 0 w 8762538"/>
              <a:gd name="connsiteY23" fmla="*/ 1714340 h 6858000"/>
              <a:gd name="connsiteX24" fmla="*/ 0 w 8762538"/>
              <a:gd name="connsiteY2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8762538" h="6858000">
                <a:moveTo>
                  <a:pt x="5333275" y="5143307"/>
                </a:moveTo>
                <a:lnTo>
                  <a:pt x="5333275" y="6857725"/>
                </a:lnTo>
                <a:lnTo>
                  <a:pt x="7047692" y="6857725"/>
                </a:lnTo>
                <a:lnTo>
                  <a:pt x="7047693" y="6857725"/>
                </a:lnTo>
                <a:lnTo>
                  <a:pt x="8762104" y="6857725"/>
                </a:lnTo>
                <a:lnTo>
                  <a:pt x="8762104" y="5143307"/>
                </a:lnTo>
                <a:lnTo>
                  <a:pt x="7047693" y="5143307"/>
                </a:lnTo>
                <a:lnTo>
                  <a:pt x="7047692" y="5143307"/>
                </a:lnTo>
                <a:lnTo>
                  <a:pt x="5333275" y="5143307"/>
                </a:lnTo>
                <a:close/>
                <a:moveTo>
                  <a:pt x="7047845" y="3428728"/>
                </a:moveTo>
                <a:lnTo>
                  <a:pt x="7047845" y="5143146"/>
                </a:lnTo>
                <a:lnTo>
                  <a:pt x="8762263" y="5143146"/>
                </a:lnTo>
                <a:lnTo>
                  <a:pt x="8762263" y="3428728"/>
                </a:lnTo>
                <a:lnTo>
                  <a:pt x="7047845" y="3428728"/>
                </a:lnTo>
                <a:close/>
                <a:moveTo>
                  <a:pt x="0" y="0"/>
                </a:moveTo>
                <a:lnTo>
                  <a:pt x="1714142" y="0"/>
                </a:lnTo>
                <a:lnTo>
                  <a:pt x="1714142" y="1714417"/>
                </a:lnTo>
                <a:lnTo>
                  <a:pt x="3428553" y="1714417"/>
                </a:lnTo>
                <a:lnTo>
                  <a:pt x="3428553" y="0"/>
                </a:lnTo>
                <a:lnTo>
                  <a:pt x="8762538" y="0"/>
                </a:lnTo>
                <a:lnTo>
                  <a:pt x="8762538" y="6858000"/>
                </a:lnTo>
                <a:lnTo>
                  <a:pt x="1713444" y="6855904"/>
                </a:lnTo>
                <a:lnTo>
                  <a:pt x="1713444" y="1714340"/>
                </a:lnTo>
                <a:lnTo>
                  <a:pt x="0" y="171434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endParaRPr lang="de-DE"/>
          </a:p>
        </p:txBody>
      </p:sp>
      <p:sp>
        <p:nvSpPr>
          <p:cNvPr id="5" name="Box 1">
            <a:extLst>
              <a:ext uri="{FF2B5EF4-FFF2-40B4-BE49-F238E27FC236}">
                <a16:creationId xmlns:a16="http://schemas.microsoft.com/office/drawing/2014/main" id="{8CE6E4E5-962A-66C1-A314-CB59CE216890}"/>
              </a:ext>
            </a:extLst>
          </p:cNvPr>
          <p:cNvSpPr/>
          <p:nvPr userDrawn="1"/>
        </p:nvSpPr>
        <p:spPr>
          <a:xfrm>
            <a:off x="428" y="0"/>
            <a:ext cx="1714693" cy="1714693"/>
          </a:xfrm>
          <a:custGeom>
            <a:avLst/>
            <a:gdLst/>
            <a:ahLst/>
            <a:cxnLst/>
            <a:rect l="l" t="t" r="r" b="b"/>
            <a:pathLst>
              <a:path w="2827655" h="2827655">
                <a:moveTo>
                  <a:pt x="2827170" y="0"/>
                </a:moveTo>
                <a:lnTo>
                  <a:pt x="0" y="0"/>
                </a:lnTo>
                <a:lnTo>
                  <a:pt x="0" y="2827201"/>
                </a:lnTo>
                <a:lnTo>
                  <a:pt x="2827170" y="2827201"/>
                </a:lnTo>
                <a:lnTo>
                  <a:pt x="2827170" y="0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6" name="Box 2">
            <a:extLst>
              <a:ext uri="{FF2B5EF4-FFF2-40B4-BE49-F238E27FC236}">
                <a16:creationId xmlns:a16="http://schemas.microsoft.com/office/drawing/2014/main" id="{0E182023-1813-9AA7-92C8-CCAA481FC0BB}"/>
              </a:ext>
            </a:extLst>
          </p:cNvPr>
          <p:cNvSpPr/>
          <p:nvPr userDrawn="1"/>
        </p:nvSpPr>
        <p:spPr>
          <a:xfrm>
            <a:off x="1714769" y="1714341"/>
            <a:ext cx="1714693" cy="1714693"/>
          </a:xfrm>
          <a:custGeom>
            <a:avLst/>
            <a:gdLst/>
            <a:ahLst/>
            <a:cxnLst/>
            <a:rect l="l" t="t" r="r" b="b"/>
            <a:pathLst>
              <a:path w="2827654" h="2827654">
                <a:moveTo>
                  <a:pt x="2827201" y="0"/>
                </a:moveTo>
                <a:lnTo>
                  <a:pt x="0" y="0"/>
                </a:lnTo>
                <a:lnTo>
                  <a:pt x="0" y="2827201"/>
                </a:lnTo>
                <a:lnTo>
                  <a:pt x="2827201" y="2827201"/>
                </a:lnTo>
                <a:lnTo>
                  <a:pt x="2827201" y="0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5EA5873D-AF06-607D-43ED-D41CFCF4A0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923463" y="432000"/>
            <a:ext cx="1933575" cy="517325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C74681A2-10C1-98D6-2EA9-190A8C0D3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3779174"/>
            <a:ext cx="4586287" cy="2529551"/>
          </a:xfrm>
        </p:spPr>
        <p:txBody>
          <a:bodyPr vert="horz">
            <a:noAutofit/>
          </a:bodyPr>
          <a:lstStyle>
            <a:lvl1pPr rtl="0"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de-DE" dirty="0"/>
              <a:t>Mastertitelformat bearbeiten</a:t>
            </a:r>
          </a:p>
        </p:txBody>
      </p:sp>
      <p:sp>
        <p:nvSpPr>
          <p:cNvPr id="7" name="Fußzeilenplatzhalter 15">
            <a:extLst>
              <a:ext uri="{FF2B5EF4-FFF2-40B4-BE49-F238E27FC236}">
                <a16:creationId xmlns:a16="http://schemas.microsoft.com/office/drawing/2014/main" id="{E9592A1C-BF23-655B-9CD7-31B1A70291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9" name="Foliennummernplatzhalter 16">
            <a:extLst>
              <a:ext uri="{FF2B5EF4-FFF2-40B4-BE49-F238E27FC236}">
                <a16:creationId xmlns:a16="http://schemas.microsoft.com/office/drawing/2014/main" id="{F864353D-E701-8839-D967-244B80FF08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293778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8587EF3-1787-78E3-5B5A-6B79B487DEA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097302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8587EF3-1787-78E3-5B5A-6B79B487DE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Bildplatzhalter 19">
            <a:extLst>
              <a:ext uri="{FF2B5EF4-FFF2-40B4-BE49-F238E27FC236}">
                <a16:creationId xmlns:a16="http://schemas.microsoft.com/office/drawing/2014/main" id="{E67A23EF-4C68-2342-F969-570A08FFB57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4495" y="-15875"/>
            <a:ext cx="4839921" cy="6873875"/>
          </a:xfrm>
          <a:custGeom>
            <a:avLst/>
            <a:gdLst>
              <a:gd name="connsiteX0" fmla="*/ 4286377 w 6000750"/>
              <a:gd name="connsiteY0" fmla="*/ 3647787 h 4505325"/>
              <a:gd name="connsiteX1" fmla="*/ 4286377 w 6000750"/>
              <a:gd name="connsiteY1" fmla="*/ 4504977 h 4505325"/>
              <a:gd name="connsiteX2" fmla="*/ 5143567 w 6000750"/>
              <a:gd name="connsiteY2" fmla="*/ 4504977 h 4505325"/>
              <a:gd name="connsiteX3" fmla="*/ 5143567 w 6000750"/>
              <a:gd name="connsiteY3" fmla="*/ 3647787 h 4505325"/>
              <a:gd name="connsiteX4" fmla="*/ 0 w 6000750"/>
              <a:gd name="connsiteY4" fmla="*/ 0 h 4505325"/>
              <a:gd name="connsiteX5" fmla="*/ 5143566 w 6000750"/>
              <a:gd name="connsiteY5" fmla="*/ 0 h 4505325"/>
              <a:gd name="connsiteX6" fmla="*/ 5143566 w 6000750"/>
              <a:gd name="connsiteY6" fmla="*/ 3645561 h 4505325"/>
              <a:gd name="connsiteX7" fmla="*/ 6000017 w 6000750"/>
              <a:gd name="connsiteY7" fmla="*/ 3645561 h 4505325"/>
              <a:gd name="connsiteX8" fmla="*/ 6000017 w 6000750"/>
              <a:gd name="connsiteY8" fmla="*/ 0 h 4505325"/>
              <a:gd name="connsiteX9" fmla="*/ 6000750 w 6000750"/>
              <a:gd name="connsiteY9" fmla="*/ 0 h 4505325"/>
              <a:gd name="connsiteX10" fmla="*/ 6000750 w 6000750"/>
              <a:gd name="connsiteY10" fmla="*/ 4505325 h 4505325"/>
              <a:gd name="connsiteX11" fmla="*/ 0 w 6000750"/>
              <a:gd name="connsiteY11" fmla="*/ 4505325 h 4505325"/>
              <a:gd name="connsiteX0" fmla="*/ 4286377 w 6000750"/>
              <a:gd name="connsiteY0" fmla="*/ 3647787 h 4505325"/>
              <a:gd name="connsiteX1" fmla="*/ 4286377 w 6000750"/>
              <a:gd name="connsiteY1" fmla="*/ 4504977 h 4505325"/>
              <a:gd name="connsiteX2" fmla="*/ 5143567 w 6000750"/>
              <a:gd name="connsiteY2" fmla="*/ 4504977 h 4505325"/>
              <a:gd name="connsiteX3" fmla="*/ 5143567 w 6000750"/>
              <a:gd name="connsiteY3" fmla="*/ 3647787 h 4505325"/>
              <a:gd name="connsiteX4" fmla="*/ 4286377 w 6000750"/>
              <a:gd name="connsiteY4" fmla="*/ 3647787 h 4505325"/>
              <a:gd name="connsiteX5" fmla="*/ 0 w 6000750"/>
              <a:gd name="connsiteY5" fmla="*/ 0 h 4505325"/>
              <a:gd name="connsiteX6" fmla="*/ 5143566 w 6000750"/>
              <a:gd name="connsiteY6" fmla="*/ 0 h 4505325"/>
              <a:gd name="connsiteX7" fmla="*/ 5143566 w 6000750"/>
              <a:gd name="connsiteY7" fmla="*/ 3645561 h 4505325"/>
              <a:gd name="connsiteX8" fmla="*/ 6000017 w 6000750"/>
              <a:gd name="connsiteY8" fmla="*/ 3645561 h 4505325"/>
              <a:gd name="connsiteX9" fmla="*/ 6000017 w 6000750"/>
              <a:gd name="connsiteY9" fmla="*/ 0 h 4505325"/>
              <a:gd name="connsiteX10" fmla="*/ 6000750 w 6000750"/>
              <a:gd name="connsiteY10" fmla="*/ 4505325 h 4505325"/>
              <a:gd name="connsiteX11" fmla="*/ 0 w 6000750"/>
              <a:gd name="connsiteY11" fmla="*/ 4505325 h 4505325"/>
              <a:gd name="connsiteX12" fmla="*/ 0 w 6000750"/>
              <a:gd name="connsiteY12" fmla="*/ 0 h 4505325"/>
              <a:gd name="connsiteX0" fmla="*/ 4286377 w 6000750"/>
              <a:gd name="connsiteY0" fmla="*/ 3647787 h 4505325"/>
              <a:gd name="connsiteX1" fmla="*/ 4286377 w 6000750"/>
              <a:gd name="connsiteY1" fmla="*/ 4504977 h 4505325"/>
              <a:gd name="connsiteX2" fmla="*/ 5143567 w 6000750"/>
              <a:gd name="connsiteY2" fmla="*/ 4504977 h 4505325"/>
              <a:gd name="connsiteX3" fmla="*/ 5143567 w 6000750"/>
              <a:gd name="connsiteY3" fmla="*/ 3647787 h 4505325"/>
              <a:gd name="connsiteX4" fmla="*/ 4286377 w 6000750"/>
              <a:gd name="connsiteY4" fmla="*/ 3647787 h 4505325"/>
              <a:gd name="connsiteX5" fmla="*/ 0 w 6000750"/>
              <a:gd name="connsiteY5" fmla="*/ 0 h 4505325"/>
              <a:gd name="connsiteX6" fmla="*/ 5143566 w 6000750"/>
              <a:gd name="connsiteY6" fmla="*/ 0 h 4505325"/>
              <a:gd name="connsiteX7" fmla="*/ 5143566 w 6000750"/>
              <a:gd name="connsiteY7" fmla="*/ 3645561 h 4505325"/>
              <a:gd name="connsiteX8" fmla="*/ 6000017 w 6000750"/>
              <a:gd name="connsiteY8" fmla="*/ 3645561 h 4505325"/>
              <a:gd name="connsiteX9" fmla="*/ 6000750 w 6000750"/>
              <a:gd name="connsiteY9" fmla="*/ 4505325 h 4505325"/>
              <a:gd name="connsiteX10" fmla="*/ 0 w 6000750"/>
              <a:gd name="connsiteY10" fmla="*/ 4505325 h 4505325"/>
              <a:gd name="connsiteX11" fmla="*/ 0 w 6000750"/>
              <a:gd name="connsiteY11" fmla="*/ 0 h 4505325"/>
              <a:gd name="connsiteX0" fmla="*/ 4286377 w 6000750"/>
              <a:gd name="connsiteY0" fmla="*/ 3647787 h 4505325"/>
              <a:gd name="connsiteX1" fmla="*/ 4286377 w 6000750"/>
              <a:gd name="connsiteY1" fmla="*/ 4504977 h 4505325"/>
              <a:gd name="connsiteX2" fmla="*/ 5143567 w 6000750"/>
              <a:gd name="connsiteY2" fmla="*/ 4504977 h 4505325"/>
              <a:gd name="connsiteX3" fmla="*/ 5143567 w 6000750"/>
              <a:gd name="connsiteY3" fmla="*/ 3647787 h 4505325"/>
              <a:gd name="connsiteX4" fmla="*/ 4286377 w 6000750"/>
              <a:gd name="connsiteY4" fmla="*/ 3647787 h 4505325"/>
              <a:gd name="connsiteX5" fmla="*/ 1149350 w 6000750"/>
              <a:gd name="connsiteY5" fmla="*/ 0 h 4505325"/>
              <a:gd name="connsiteX6" fmla="*/ 5143566 w 6000750"/>
              <a:gd name="connsiteY6" fmla="*/ 0 h 4505325"/>
              <a:gd name="connsiteX7" fmla="*/ 5143566 w 6000750"/>
              <a:gd name="connsiteY7" fmla="*/ 3645561 h 4505325"/>
              <a:gd name="connsiteX8" fmla="*/ 6000017 w 6000750"/>
              <a:gd name="connsiteY8" fmla="*/ 3645561 h 4505325"/>
              <a:gd name="connsiteX9" fmla="*/ 6000750 w 6000750"/>
              <a:gd name="connsiteY9" fmla="*/ 4505325 h 4505325"/>
              <a:gd name="connsiteX10" fmla="*/ 0 w 6000750"/>
              <a:gd name="connsiteY10" fmla="*/ 4505325 h 4505325"/>
              <a:gd name="connsiteX11" fmla="*/ 1149350 w 6000750"/>
              <a:gd name="connsiteY11" fmla="*/ 0 h 4505325"/>
              <a:gd name="connsiteX0" fmla="*/ 3225927 w 4940300"/>
              <a:gd name="connsiteY0" fmla="*/ 3647787 h 4505325"/>
              <a:gd name="connsiteX1" fmla="*/ 3225927 w 4940300"/>
              <a:gd name="connsiteY1" fmla="*/ 4504977 h 4505325"/>
              <a:gd name="connsiteX2" fmla="*/ 4083117 w 4940300"/>
              <a:gd name="connsiteY2" fmla="*/ 4504977 h 4505325"/>
              <a:gd name="connsiteX3" fmla="*/ 4083117 w 4940300"/>
              <a:gd name="connsiteY3" fmla="*/ 3647787 h 4505325"/>
              <a:gd name="connsiteX4" fmla="*/ 3225927 w 4940300"/>
              <a:gd name="connsiteY4" fmla="*/ 3647787 h 4505325"/>
              <a:gd name="connsiteX5" fmla="*/ 88900 w 4940300"/>
              <a:gd name="connsiteY5" fmla="*/ 0 h 4505325"/>
              <a:gd name="connsiteX6" fmla="*/ 4083116 w 4940300"/>
              <a:gd name="connsiteY6" fmla="*/ 0 h 4505325"/>
              <a:gd name="connsiteX7" fmla="*/ 4083116 w 4940300"/>
              <a:gd name="connsiteY7" fmla="*/ 3645561 h 4505325"/>
              <a:gd name="connsiteX8" fmla="*/ 4939567 w 4940300"/>
              <a:gd name="connsiteY8" fmla="*/ 3645561 h 4505325"/>
              <a:gd name="connsiteX9" fmla="*/ 4940300 w 4940300"/>
              <a:gd name="connsiteY9" fmla="*/ 4505325 h 4505325"/>
              <a:gd name="connsiteX10" fmla="*/ 0 w 4940300"/>
              <a:gd name="connsiteY10" fmla="*/ 4505325 h 4505325"/>
              <a:gd name="connsiteX11" fmla="*/ 88900 w 4940300"/>
              <a:gd name="connsiteY11" fmla="*/ 0 h 4505325"/>
              <a:gd name="connsiteX0" fmla="*/ 3137027 w 4851400"/>
              <a:gd name="connsiteY0" fmla="*/ 3647787 h 4505325"/>
              <a:gd name="connsiteX1" fmla="*/ 3137027 w 4851400"/>
              <a:gd name="connsiteY1" fmla="*/ 4504977 h 4505325"/>
              <a:gd name="connsiteX2" fmla="*/ 3994217 w 4851400"/>
              <a:gd name="connsiteY2" fmla="*/ 4504977 h 4505325"/>
              <a:gd name="connsiteX3" fmla="*/ 3994217 w 4851400"/>
              <a:gd name="connsiteY3" fmla="*/ 3647787 h 4505325"/>
              <a:gd name="connsiteX4" fmla="*/ 3137027 w 4851400"/>
              <a:gd name="connsiteY4" fmla="*/ 3647787 h 4505325"/>
              <a:gd name="connsiteX5" fmla="*/ 0 w 4851400"/>
              <a:gd name="connsiteY5" fmla="*/ 0 h 4505325"/>
              <a:gd name="connsiteX6" fmla="*/ 3994216 w 4851400"/>
              <a:gd name="connsiteY6" fmla="*/ 0 h 4505325"/>
              <a:gd name="connsiteX7" fmla="*/ 3994216 w 4851400"/>
              <a:gd name="connsiteY7" fmla="*/ 3645561 h 4505325"/>
              <a:gd name="connsiteX8" fmla="*/ 4850667 w 4851400"/>
              <a:gd name="connsiteY8" fmla="*/ 3645561 h 4505325"/>
              <a:gd name="connsiteX9" fmla="*/ 4851400 w 4851400"/>
              <a:gd name="connsiteY9" fmla="*/ 4505325 h 4505325"/>
              <a:gd name="connsiteX10" fmla="*/ 107950 w 4851400"/>
              <a:gd name="connsiteY10" fmla="*/ 4505325 h 4505325"/>
              <a:gd name="connsiteX11" fmla="*/ 0 w 4851400"/>
              <a:gd name="connsiteY11" fmla="*/ 0 h 4505325"/>
              <a:gd name="connsiteX0" fmla="*/ 3137027 w 4851400"/>
              <a:gd name="connsiteY0" fmla="*/ 3647787 h 4505325"/>
              <a:gd name="connsiteX1" fmla="*/ 3137027 w 4851400"/>
              <a:gd name="connsiteY1" fmla="*/ 4504977 h 4505325"/>
              <a:gd name="connsiteX2" fmla="*/ 3994217 w 4851400"/>
              <a:gd name="connsiteY2" fmla="*/ 4504977 h 4505325"/>
              <a:gd name="connsiteX3" fmla="*/ 3994217 w 4851400"/>
              <a:gd name="connsiteY3" fmla="*/ 3647787 h 4505325"/>
              <a:gd name="connsiteX4" fmla="*/ 3137027 w 4851400"/>
              <a:gd name="connsiteY4" fmla="*/ 3647787 h 4505325"/>
              <a:gd name="connsiteX5" fmla="*/ 0 w 4851400"/>
              <a:gd name="connsiteY5" fmla="*/ 0 h 4505325"/>
              <a:gd name="connsiteX6" fmla="*/ 3994216 w 4851400"/>
              <a:gd name="connsiteY6" fmla="*/ 0 h 4505325"/>
              <a:gd name="connsiteX7" fmla="*/ 3994216 w 4851400"/>
              <a:gd name="connsiteY7" fmla="*/ 3645561 h 4505325"/>
              <a:gd name="connsiteX8" fmla="*/ 4850667 w 4851400"/>
              <a:gd name="connsiteY8" fmla="*/ 3645561 h 4505325"/>
              <a:gd name="connsiteX9" fmla="*/ 4851400 w 4851400"/>
              <a:gd name="connsiteY9" fmla="*/ 4505325 h 4505325"/>
              <a:gd name="connsiteX10" fmla="*/ 12700 w 4851400"/>
              <a:gd name="connsiteY10" fmla="*/ 4505325 h 4505325"/>
              <a:gd name="connsiteX11" fmla="*/ 0 w 4851400"/>
              <a:gd name="connsiteY11" fmla="*/ 0 h 4505325"/>
              <a:gd name="connsiteX0" fmla="*/ 3125097 w 4839470"/>
              <a:gd name="connsiteY0" fmla="*/ 3647787 h 4505325"/>
              <a:gd name="connsiteX1" fmla="*/ 3125097 w 4839470"/>
              <a:gd name="connsiteY1" fmla="*/ 4504977 h 4505325"/>
              <a:gd name="connsiteX2" fmla="*/ 3982287 w 4839470"/>
              <a:gd name="connsiteY2" fmla="*/ 4504977 h 4505325"/>
              <a:gd name="connsiteX3" fmla="*/ 3982287 w 4839470"/>
              <a:gd name="connsiteY3" fmla="*/ 3647787 h 4505325"/>
              <a:gd name="connsiteX4" fmla="*/ 3125097 w 4839470"/>
              <a:gd name="connsiteY4" fmla="*/ 3647787 h 4505325"/>
              <a:gd name="connsiteX5" fmla="*/ 7120 w 4839470"/>
              <a:gd name="connsiteY5" fmla="*/ 0 h 4505325"/>
              <a:gd name="connsiteX6" fmla="*/ 3982286 w 4839470"/>
              <a:gd name="connsiteY6" fmla="*/ 0 h 4505325"/>
              <a:gd name="connsiteX7" fmla="*/ 3982286 w 4839470"/>
              <a:gd name="connsiteY7" fmla="*/ 3645561 h 4505325"/>
              <a:gd name="connsiteX8" fmla="*/ 4838737 w 4839470"/>
              <a:gd name="connsiteY8" fmla="*/ 3645561 h 4505325"/>
              <a:gd name="connsiteX9" fmla="*/ 4839470 w 4839470"/>
              <a:gd name="connsiteY9" fmla="*/ 4505325 h 4505325"/>
              <a:gd name="connsiteX10" fmla="*/ 770 w 4839470"/>
              <a:gd name="connsiteY10" fmla="*/ 4505325 h 4505325"/>
              <a:gd name="connsiteX11" fmla="*/ 7120 w 4839470"/>
              <a:gd name="connsiteY11" fmla="*/ 0 h 4505325"/>
              <a:gd name="connsiteX0" fmla="*/ 3125548 w 4839921"/>
              <a:gd name="connsiteY0" fmla="*/ 6016337 h 6873875"/>
              <a:gd name="connsiteX1" fmla="*/ 3125548 w 4839921"/>
              <a:gd name="connsiteY1" fmla="*/ 6873527 h 6873875"/>
              <a:gd name="connsiteX2" fmla="*/ 3982738 w 4839921"/>
              <a:gd name="connsiteY2" fmla="*/ 6873527 h 6873875"/>
              <a:gd name="connsiteX3" fmla="*/ 3982738 w 4839921"/>
              <a:gd name="connsiteY3" fmla="*/ 6016337 h 6873875"/>
              <a:gd name="connsiteX4" fmla="*/ 3125548 w 4839921"/>
              <a:gd name="connsiteY4" fmla="*/ 6016337 h 6873875"/>
              <a:gd name="connsiteX5" fmla="*/ 1221 w 4839921"/>
              <a:gd name="connsiteY5" fmla="*/ 0 h 6873875"/>
              <a:gd name="connsiteX6" fmla="*/ 3982737 w 4839921"/>
              <a:gd name="connsiteY6" fmla="*/ 2368550 h 6873875"/>
              <a:gd name="connsiteX7" fmla="*/ 3982737 w 4839921"/>
              <a:gd name="connsiteY7" fmla="*/ 6014111 h 6873875"/>
              <a:gd name="connsiteX8" fmla="*/ 4839188 w 4839921"/>
              <a:gd name="connsiteY8" fmla="*/ 6014111 h 6873875"/>
              <a:gd name="connsiteX9" fmla="*/ 4839921 w 4839921"/>
              <a:gd name="connsiteY9" fmla="*/ 6873875 h 6873875"/>
              <a:gd name="connsiteX10" fmla="*/ 1221 w 4839921"/>
              <a:gd name="connsiteY10" fmla="*/ 6873875 h 6873875"/>
              <a:gd name="connsiteX11" fmla="*/ 1221 w 4839921"/>
              <a:gd name="connsiteY11" fmla="*/ 0 h 6873875"/>
              <a:gd name="connsiteX0" fmla="*/ 3125548 w 4839921"/>
              <a:gd name="connsiteY0" fmla="*/ 6016337 h 6873875"/>
              <a:gd name="connsiteX1" fmla="*/ 3125548 w 4839921"/>
              <a:gd name="connsiteY1" fmla="*/ 6873527 h 6873875"/>
              <a:gd name="connsiteX2" fmla="*/ 3982738 w 4839921"/>
              <a:gd name="connsiteY2" fmla="*/ 6873527 h 6873875"/>
              <a:gd name="connsiteX3" fmla="*/ 3982738 w 4839921"/>
              <a:gd name="connsiteY3" fmla="*/ 6016337 h 6873875"/>
              <a:gd name="connsiteX4" fmla="*/ 3125548 w 4839921"/>
              <a:gd name="connsiteY4" fmla="*/ 6016337 h 6873875"/>
              <a:gd name="connsiteX5" fmla="*/ 1221 w 4839921"/>
              <a:gd name="connsiteY5" fmla="*/ 0 h 6873875"/>
              <a:gd name="connsiteX6" fmla="*/ 3982737 w 4839921"/>
              <a:gd name="connsiteY6" fmla="*/ 12700 h 6873875"/>
              <a:gd name="connsiteX7" fmla="*/ 3982737 w 4839921"/>
              <a:gd name="connsiteY7" fmla="*/ 6014111 h 6873875"/>
              <a:gd name="connsiteX8" fmla="*/ 4839188 w 4839921"/>
              <a:gd name="connsiteY8" fmla="*/ 6014111 h 6873875"/>
              <a:gd name="connsiteX9" fmla="*/ 4839921 w 4839921"/>
              <a:gd name="connsiteY9" fmla="*/ 6873875 h 6873875"/>
              <a:gd name="connsiteX10" fmla="*/ 1221 w 4839921"/>
              <a:gd name="connsiteY10" fmla="*/ 6873875 h 6873875"/>
              <a:gd name="connsiteX11" fmla="*/ 1221 w 4839921"/>
              <a:gd name="connsiteY11" fmla="*/ 0 h 6873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839921" h="6873875">
                <a:moveTo>
                  <a:pt x="3125548" y="6016337"/>
                </a:moveTo>
                <a:lnTo>
                  <a:pt x="3125548" y="6873527"/>
                </a:lnTo>
                <a:lnTo>
                  <a:pt x="3982738" y="6873527"/>
                </a:lnTo>
                <a:lnTo>
                  <a:pt x="3982738" y="6016337"/>
                </a:lnTo>
                <a:lnTo>
                  <a:pt x="3125548" y="6016337"/>
                </a:lnTo>
                <a:close/>
                <a:moveTo>
                  <a:pt x="1221" y="0"/>
                </a:moveTo>
                <a:lnTo>
                  <a:pt x="3982737" y="12700"/>
                </a:lnTo>
                <a:lnTo>
                  <a:pt x="3982737" y="6014111"/>
                </a:lnTo>
                <a:lnTo>
                  <a:pt x="4839188" y="6014111"/>
                </a:lnTo>
                <a:cubicBezTo>
                  <a:pt x="4839432" y="6300699"/>
                  <a:pt x="4839677" y="6587287"/>
                  <a:pt x="4839921" y="6873875"/>
                </a:cubicBezTo>
                <a:lnTo>
                  <a:pt x="1221" y="6873875"/>
                </a:lnTo>
                <a:cubicBezTo>
                  <a:pt x="-3012" y="5372100"/>
                  <a:pt x="5454" y="1501775"/>
                  <a:pt x="122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8000" tIns="10800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de-AT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6645CE8-4067-DDE3-A568-A5F606CAAD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35426" y="317500"/>
            <a:ext cx="4861024" cy="585788"/>
          </a:xfrm>
        </p:spPr>
        <p:txBody>
          <a:bodyPr vert="horz"/>
          <a:lstStyle>
            <a:lvl1pPr rtl="0">
              <a:defRPr>
                <a:solidFill>
                  <a:schemeClr val="accent5"/>
                </a:solidFill>
              </a:defRPr>
            </a:lvl1pPr>
          </a:lstStyle>
          <a:p>
            <a:r>
              <a:rPr lang="de-DE" dirty="0"/>
              <a:t>Summary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CE174FC-81D5-9F4C-F397-BEED629D30D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35426" y="1484313"/>
            <a:ext cx="476250" cy="476250"/>
          </a:xfrm>
          <a:solidFill>
            <a:schemeClr val="accent5"/>
          </a:solidFill>
        </p:spPr>
        <p:txBody>
          <a:bodyPr anchor="ctr"/>
          <a:lstStyle>
            <a:lvl1pPr marL="0" indent="0" algn="ctr" rtl="0"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4pPr marL="0" indent="0" algn="ctr">
              <a:buFont typeface="Arial" panose="020B0604020202020204" pitchFamily="34" charset="0"/>
              <a:buNone/>
              <a:defRPr sz="1800" baseline="0">
                <a:solidFill>
                  <a:schemeClr val="bg1"/>
                </a:solidFill>
              </a:defRPr>
            </a:lvl4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527924AB-73D4-E56F-294D-A4848674FE9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486400" y="1484313"/>
            <a:ext cx="2641600" cy="300037"/>
          </a:xfrm>
        </p:spPr>
        <p:txBody>
          <a:bodyPr anchor="t"/>
          <a:lstStyle>
            <a:lvl1pPr marL="0" indent="0" rtl="0">
              <a:buFont typeface="Arial" panose="020B0604020202020204" pitchFamily="34" charset="0"/>
              <a:buNone/>
              <a:defRPr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649FE768-A258-5141-344A-A4514AFBDC7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86400" y="1879600"/>
            <a:ext cx="2641600" cy="819150"/>
          </a:xfrm>
        </p:spPr>
        <p:txBody>
          <a:bodyPr vert="horz"/>
          <a:lstStyle>
            <a:lvl1pPr marL="177800" indent="-177800" rtl="0">
              <a:buFontTx/>
              <a:buBlip>
                <a:blip r:embed="rId5"/>
              </a:buBlip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Textplatzhalter 18">
            <a:extLst>
              <a:ext uri="{FF2B5EF4-FFF2-40B4-BE49-F238E27FC236}">
                <a16:creationId xmlns:a16="http://schemas.microsoft.com/office/drawing/2014/main" id="{AB220953-B327-86DF-6608-A4F529D0F75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86400" y="3048001"/>
            <a:ext cx="2641600" cy="300037"/>
          </a:xfrm>
        </p:spPr>
        <p:txBody>
          <a:bodyPr anchor="t"/>
          <a:lstStyle>
            <a:lvl1pPr marL="0" indent="0" rtl="0">
              <a:buFont typeface="Arial" panose="020B0604020202020204" pitchFamily="34" charset="0"/>
              <a:buNone/>
              <a:defRPr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24" name="Textplatzhalter 21">
            <a:extLst>
              <a:ext uri="{FF2B5EF4-FFF2-40B4-BE49-F238E27FC236}">
                <a16:creationId xmlns:a16="http://schemas.microsoft.com/office/drawing/2014/main" id="{53BAD4FD-B295-18F4-B8A2-2DF4F8B813F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486400" y="3443288"/>
            <a:ext cx="2641600" cy="819150"/>
          </a:xfrm>
        </p:spPr>
        <p:txBody>
          <a:bodyPr vert="horz"/>
          <a:lstStyle>
            <a:lvl1pPr marL="177800" indent="-177800" rtl="0">
              <a:buFontTx/>
              <a:buBlip>
                <a:blip r:embed="rId5"/>
              </a:buBlip>
              <a:defRPr lang="de-DE" sz="1200" dirty="0">
                <a:latin typeface="+mn-lt"/>
                <a:ea typeface="+mn-ea"/>
                <a:cs typeface="+mn-cs"/>
              </a:defRPr>
            </a:lvl1pPr>
          </a:lstStyle>
          <a:p>
            <a:pPr marL="177800" lvl="0" indent="-177800" rtl="0">
              <a:spcAft>
                <a:spcPts val="600"/>
              </a:spcAft>
              <a:buFontTx/>
              <a:buBlip>
                <a:blip r:embed="rId5"/>
              </a:buBlip>
            </a:pPr>
            <a:r>
              <a:rPr lang="de-DE" dirty="0"/>
              <a:t>Mastertextformat bearbeiten</a:t>
            </a:r>
          </a:p>
        </p:txBody>
      </p:sp>
      <p:sp>
        <p:nvSpPr>
          <p:cNvPr id="25" name="Textplatzhalter 18">
            <a:extLst>
              <a:ext uri="{FF2B5EF4-FFF2-40B4-BE49-F238E27FC236}">
                <a16:creationId xmlns:a16="http://schemas.microsoft.com/office/drawing/2014/main" id="{A3088D53-C3E2-3ADF-C480-921C16E2A2A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86400" y="4611689"/>
            <a:ext cx="2641600" cy="300037"/>
          </a:xfrm>
        </p:spPr>
        <p:txBody>
          <a:bodyPr anchor="t"/>
          <a:lstStyle>
            <a:lvl1pPr marL="0" indent="0" rtl="0">
              <a:buFont typeface="Arial" panose="020B0604020202020204" pitchFamily="34" charset="0"/>
              <a:buNone/>
              <a:defRPr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26" name="Textplatzhalter 21">
            <a:extLst>
              <a:ext uri="{FF2B5EF4-FFF2-40B4-BE49-F238E27FC236}">
                <a16:creationId xmlns:a16="http://schemas.microsoft.com/office/drawing/2014/main" id="{E20B0AE0-5A38-8235-7B95-0694EF6CC3B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486400" y="5006976"/>
            <a:ext cx="2641600" cy="819150"/>
          </a:xfrm>
        </p:spPr>
        <p:txBody>
          <a:bodyPr vert="horz"/>
          <a:lstStyle>
            <a:lvl1pPr marL="177800" indent="-177800" rtl="0">
              <a:buFontTx/>
              <a:buBlip>
                <a:blip r:embed="rId5"/>
              </a:buBlip>
              <a:defRPr lang="de-DE" sz="1200" dirty="0">
                <a:latin typeface="+mn-lt"/>
                <a:ea typeface="+mn-ea"/>
                <a:cs typeface="+mn-cs"/>
              </a:defRPr>
            </a:lvl1pPr>
          </a:lstStyle>
          <a:p>
            <a:pPr marL="177800" lvl="0" indent="-177800" rtl="0">
              <a:spcAft>
                <a:spcPts val="600"/>
              </a:spcAft>
              <a:buFontTx/>
              <a:buBlip>
                <a:blip r:embed="rId5"/>
              </a:buBlip>
            </a:pPr>
            <a:r>
              <a:rPr lang="de-DE" dirty="0"/>
              <a:t>Mastertextformat bearbeiten</a:t>
            </a:r>
          </a:p>
        </p:txBody>
      </p:sp>
      <p:sp>
        <p:nvSpPr>
          <p:cNvPr id="30" name="Textplatzhalter 18">
            <a:extLst>
              <a:ext uri="{FF2B5EF4-FFF2-40B4-BE49-F238E27FC236}">
                <a16:creationId xmlns:a16="http://schemas.microsoft.com/office/drawing/2014/main" id="{C61AAE36-0749-4112-285C-53799773CA0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215438" y="1484313"/>
            <a:ext cx="2641600" cy="300037"/>
          </a:xfrm>
        </p:spPr>
        <p:txBody>
          <a:bodyPr anchor="t"/>
          <a:lstStyle>
            <a:lvl1pPr marL="0" indent="0" rtl="0">
              <a:buFont typeface="Arial" panose="020B0604020202020204" pitchFamily="34" charset="0"/>
              <a:buNone/>
              <a:defRPr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31" name="Textplatzhalter 21">
            <a:extLst>
              <a:ext uri="{FF2B5EF4-FFF2-40B4-BE49-F238E27FC236}">
                <a16:creationId xmlns:a16="http://schemas.microsoft.com/office/drawing/2014/main" id="{93620FDD-FED9-2751-4322-80F0A5240AB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215438" y="1879600"/>
            <a:ext cx="2641600" cy="819150"/>
          </a:xfrm>
        </p:spPr>
        <p:txBody>
          <a:bodyPr vert="horz"/>
          <a:lstStyle>
            <a:lvl1pPr marL="177800" indent="-177800" rtl="0">
              <a:buFontTx/>
              <a:buBlip>
                <a:blip r:embed="rId5"/>
              </a:buBlip>
              <a:defRPr lang="de-DE" sz="1200" dirty="0">
                <a:latin typeface="+mn-lt"/>
                <a:ea typeface="+mn-ea"/>
                <a:cs typeface="+mn-cs"/>
              </a:defRPr>
            </a:lvl1pPr>
          </a:lstStyle>
          <a:p>
            <a:pPr marL="177800" lvl="0" indent="-177800" rtl="0">
              <a:spcAft>
                <a:spcPts val="600"/>
              </a:spcAft>
              <a:buFontTx/>
              <a:buBlip>
                <a:blip r:embed="rId5"/>
              </a:buBlip>
            </a:pPr>
            <a:r>
              <a:rPr lang="de-DE" dirty="0"/>
              <a:t>Mastertextformat bearbeiten</a:t>
            </a:r>
          </a:p>
        </p:txBody>
      </p:sp>
      <p:sp>
        <p:nvSpPr>
          <p:cNvPr id="32" name="Textplatzhalter 18">
            <a:extLst>
              <a:ext uri="{FF2B5EF4-FFF2-40B4-BE49-F238E27FC236}">
                <a16:creationId xmlns:a16="http://schemas.microsoft.com/office/drawing/2014/main" id="{4E431AAA-2784-5A3A-71AE-A9636C3A0EA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215438" y="3048001"/>
            <a:ext cx="2641600" cy="300037"/>
          </a:xfrm>
        </p:spPr>
        <p:txBody>
          <a:bodyPr anchor="t"/>
          <a:lstStyle>
            <a:lvl1pPr marL="0" indent="0" rtl="0">
              <a:buFont typeface="Arial" panose="020B0604020202020204" pitchFamily="34" charset="0"/>
              <a:buNone/>
              <a:defRPr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33" name="Textplatzhalter 21">
            <a:extLst>
              <a:ext uri="{FF2B5EF4-FFF2-40B4-BE49-F238E27FC236}">
                <a16:creationId xmlns:a16="http://schemas.microsoft.com/office/drawing/2014/main" id="{522A6C62-7D61-1D4D-6C69-37A3F80CF09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215438" y="3443288"/>
            <a:ext cx="2641600" cy="819150"/>
          </a:xfrm>
        </p:spPr>
        <p:txBody>
          <a:bodyPr vert="horz"/>
          <a:lstStyle>
            <a:lvl1pPr marL="177800" indent="-177800" rtl="0">
              <a:buFontTx/>
              <a:buBlip>
                <a:blip r:embed="rId5"/>
              </a:buBlip>
              <a:defRPr lang="de-DE" sz="1200" dirty="0">
                <a:latin typeface="+mn-lt"/>
                <a:ea typeface="+mn-ea"/>
                <a:cs typeface="+mn-cs"/>
              </a:defRPr>
            </a:lvl1pPr>
          </a:lstStyle>
          <a:p>
            <a:pPr marL="177800" lvl="0" indent="-177800" rtl="0">
              <a:spcAft>
                <a:spcPts val="600"/>
              </a:spcAft>
              <a:buFontTx/>
              <a:buBlip>
                <a:blip r:embed="rId5"/>
              </a:buBlip>
            </a:pPr>
            <a:r>
              <a:rPr lang="de-DE" dirty="0"/>
              <a:t>Mastertextformat bearbeiten</a:t>
            </a:r>
          </a:p>
        </p:txBody>
      </p:sp>
      <p:sp>
        <p:nvSpPr>
          <p:cNvPr id="34" name="Textplatzhalter 18">
            <a:extLst>
              <a:ext uri="{FF2B5EF4-FFF2-40B4-BE49-F238E27FC236}">
                <a16:creationId xmlns:a16="http://schemas.microsoft.com/office/drawing/2014/main" id="{DE4FE5CF-CC40-0D0D-5850-49DBAF48F0D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5438" y="4611689"/>
            <a:ext cx="2641600" cy="300037"/>
          </a:xfrm>
        </p:spPr>
        <p:txBody>
          <a:bodyPr anchor="t"/>
          <a:lstStyle>
            <a:lvl1pPr marL="0" indent="0" rtl="0">
              <a:buFont typeface="Arial" panose="020B0604020202020204" pitchFamily="34" charset="0"/>
              <a:buNone/>
              <a:defRPr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35" name="Textplatzhalter 21">
            <a:extLst>
              <a:ext uri="{FF2B5EF4-FFF2-40B4-BE49-F238E27FC236}">
                <a16:creationId xmlns:a16="http://schemas.microsoft.com/office/drawing/2014/main" id="{F38F6B7D-E873-91C3-E65C-9D3A9C09565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215438" y="5006976"/>
            <a:ext cx="2641600" cy="819150"/>
          </a:xfrm>
        </p:spPr>
        <p:txBody>
          <a:bodyPr vert="horz"/>
          <a:lstStyle>
            <a:lvl1pPr marL="177800" indent="-177800" rtl="0">
              <a:buFontTx/>
              <a:buBlip>
                <a:blip r:embed="rId5"/>
              </a:buBlip>
              <a:defRPr lang="de-DE" sz="1200" dirty="0">
                <a:latin typeface="+mn-lt"/>
                <a:ea typeface="+mn-ea"/>
                <a:cs typeface="+mn-cs"/>
              </a:defRPr>
            </a:lvl1pPr>
          </a:lstStyle>
          <a:p>
            <a:pPr marL="177800" lvl="0" indent="-177800" rtl="0">
              <a:spcAft>
                <a:spcPts val="600"/>
              </a:spcAft>
              <a:buFontTx/>
              <a:buBlip>
                <a:blip r:embed="rId5"/>
              </a:buBlip>
            </a:pPr>
            <a:r>
              <a:rPr lang="de-DE" dirty="0"/>
              <a:t>Mastertextformat bearbeiten</a:t>
            </a:r>
          </a:p>
        </p:txBody>
      </p:sp>
      <p:sp>
        <p:nvSpPr>
          <p:cNvPr id="36" name="Fußzeilenplatzhalter 15">
            <a:extLst>
              <a:ext uri="{FF2B5EF4-FFF2-40B4-BE49-F238E27FC236}">
                <a16:creationId xmlns:a16="http://schemas.microsoft.com/office/drawing/2014/main" id="{1046C3A4-41CB-B63F-4C58-1C082C046E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37" name="Foliennummernplatzhalter 16">
            <a:extLst>
              <a:ext uri="{FF2B5EF4-FFF2-40B4-BE49-F238E27FC236}">
                <a16:creationId xmlns:a16="http://schemas.microsoft.com/office/drawing/2014/main" id="{9C20BDF8-8438-DF2E-151A-AEDC09ED7C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8FBC33F2-73E2-6C18-1648-557E88B1E5B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835426" y="3048001"/>
            <a:ext cx="476250" cy="476250"/>
          </a:xfrm>
          <a:solidFill>
            <a:schemeClr val="accent5"/>
          </a:solidFill>
        </p:spPr>
        <p:txBody>
          <a:bodyPr anchor="ctr"/>
          <a:lstStyle>
            <a:lvl1pPr marL="0" indent="0" algn="ctr" rtl="0"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4pPr marL="0" indent="0" algn="ctr">
              <a:buFont typeface="Arial" panose="020B0604020202020204" pitchFamily="34" charset="0"/>
              <a:buNone/>
              <a:defRPr sz="1800" baseline="0">
                <a:solidFill>
                  <a:schemeClr val="bg1"/>
                </a:solidFill>
              </a:defRPr>
            </a:lvl4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39" name="Textplatzhalter 9">
            <a:extLst>
              <a:ext uri="{FF2B5EF4-FFF2-40B4-BE49-F238E27FC236}">
                <a16:creationId xmlns:a16="http://schemas.microsoft.com/office/drawing/2014/main" id="{FA8F46D5-BD9A-35F0-386F-30D6908BA6A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835426" y="4611689"/>
            <a:ext cx="476250" cy="476250"/>
          </a:xfrm>
          <a:solidFill>
            <a:schemeClr val="accent5"/>
          </a:solidFill>
        </p:spPr>
        <p:txBody>
          <a:bodyPr anchor="ctr"/>
          <a:lstStyle>
            <a:lvl1pPr marL="0" indent="0" algn="ctr" rtl="0"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4pPr marL="0" indent="0" algn="ctr">
              <a:buFont typeface="Arial" panose="020B0604020202020204" pitchFamily="34" charset="0"/>
              <a:buNone/>
              <a:defRPr sz="1800" baseline="0">
                <a:solidFill>
                  <a:schemeClr val="bg1"/>
                </a:solidFill>
              </a:defRPr>
            </a:lvl4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40" name="Textplatzhalter 9">
            <a:extLst>
              <a:ext uri="{FF2B5EF4-FFF2-40B4-BE49-F238E27FC236}">
                <a16:creationId xmlns:a16="http://schemas.microsoft.com/office/drawing/2014/main" id="{0E004FC7-FC99-1C1A-6664-1A2F1528CA9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569226" y="1484313"/>
            <a:ext cx="476250" cy="476250"/>
          </a:xfrm>
          <a:solidFill>
            <a:schemeClr val="accent5"/>
          </a:solidFill>
        </p:spPr>
        <p:txBody>
          <a:bodyPr anchor="ctr"/>
          <a:lstStyle>
            <a:lvl1pPr marL="0" indent="0" algn="ctr" rtl="0"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4pPr marL="0" indent="0" algn="ctr">
              <a:buFont typeface="Arial" panose="020B0604020202020204" pitchFamily="34" charset="0"/>
              <a:buNone/>
              <a:defRPr sz="1800" baseline="0">
                <a:solidFill>
                  <a:schemeClr val="bg1"/>
                </a:solidFill>
              </a:defRPr>
            </a:lvl4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41" name="Textplatzhalter 9">
            <a:extLst>
              <a:ext uri="{FF2B5EF4-FFF2-40B4-BE49-F238E27FC236}">
                <a16:creationId xmlns:a16="http://schemas.microsoft.com/office/drawing/2014/main" id="{B18677F0-9F2A-0539-C4FA-504DCAAD6D4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569226" y="3048001"/>
            <a:ext cx="476250" cy="476250"/>
          </a:xfrm>
          <a:solidFill>
            <a:schemeClr val="accent5"/>
          </a:solidFill>
        </p:spPr>
        <p:txBody>
          <a:bodyPr anchor="ctr"/>
          <a:lstStyle>
            <a:lvl1pPr marL="0" indent="0" algn="ctr" rtl="0"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4pPr marL="0" indent="0" algn="ctr">
              <a:buFont typeface="Arial" panose="020B0604020202020204" pitchFamily="34" charset="0"/>
              <a:buNone/>
              <a:defRPr sz="1800" baseline="0">
                <a:solidFill>
                  <a:schemeClr val="bg1"/>
                </a:solidFill>
              </a:defRPr>
            </a:lvl4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42" name="Textplatzhalter 9">
            <a:extLst>
              <a:ext uri="{FF2B5EF4-FFF2-40B4-BE49-F238E27FC236}">
                <a16:creationId xmlns:a16="http://schemas.microsoft.com/office/drawing/2014/main" id="{81A0347C-FD1C-C057-F37D-1ED031B4176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569226" y="4611689"/>
            <a:ext cx="476250" cy="476250"/>
          </a:xfrm>
          <a:solidFill>
            <a:schemeClr val="accent5"/>
          </a:solidFill>
        </p:spPr>
        <p:txBody>
          <a:bodyPr anchor="ctr"/>
          <a:lstStyle>
            <a:lvl1pPr marL="0" indent="0" algn="ctr" rtl="0"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4pPr marL="0" indent="0" algn="ctr">
              <a:buFont typeface="Arial" panose="020B0604020202020204" pitchFamily="34" charset="0"/>
              <a:buNone/>
              <a:defRPr sz="1800" baseline="0">
                <a:solidFill>
                  <a:schemeClr val="bg1"/>
                </a:solidFill>
              </a:defRPr>
            </a:lvl4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5" name="Textplatzhalter 12">
            <a:extLst>
              <a:ext uri="{FF2B5EF4-FFF2-40B4-BE49-F238E27FC236}">
                <a16:creationId xmlns:a16="http://schemas.microsoft.com/office/drawing/2014/main" id="{644C012E-7879-6FC4-8F52-341B02B291D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6400" y="6308725"/>
            <a:ext cx="6370638" cy="252413"/>
          </a:xfrm>
        </p:spPr>
        <p:txBody>
          <a:bodyPr anchor="ctr"/>
          <a:lstStyle>
            <a:lvl1pPr marL="0" indent="0" rtl="0">
              <a:spcAft>
                <a:spcPts val="0"/>
              </a:spcAft>
              <a:buNone/>
              <a:defRPr sz="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  <p:pic>
        <p:nvPicPr>
          <p:cNvPr id="6" name="Grafik 5" descr="Ein Bild, das Text, Schrift, Symbol, Logo enthält.&#10;&#10;Automatisch generierte Beschreibung">
            <a:extLst>
              <a:ext uri="{FF2B5EF4-FFF2-40B4-BE49-F238E27FC236}">
                <a16:creationId xmlns:a16="http://schemas.microsoft.com/office/drawing/2014/main" id="{46D093B5-92C5-3D9B-B489-628D349B5F6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174" y="383229"/>
            <a:ext cx="2010258" cy="61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82249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+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69E644ED-EDB8-E02A-CAE3-D36616B83ED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59637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9E644ED-EDB8-E02A-CAE3-D36616B83E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9">
            <a:extLst>
              <a:ext uri="{FF2B5EF4-FFF2-40B4-BE49-F238E27FC236}">
                <a16:creationId xmlns:a16="http://schemas.microsoft.com/office/drawing/2014/main" id="{3E5B4770-404F-075E-82DC-397DA37CDCF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1" y="2352675"/>
            <a:ext cx="6000750" cy="4505325"/>
          </a:xfrm>
          <a:custGeom>
            <a:avLst/>
            <a:gdLst>
              <a:gd name="connsiteX0" fmla="*/ 4286377 w 6000750"/>
              <a:gd name="connsiteY0" fmla="*/ 3647787 h 4505325"/>
              <a:gd name="connsiteX1" fmla="*/ 4286377 w 6000750"/>
              <a:gd name="connsiteY1" fmla="*/ 4504977 h 4505325"/>
              <a:gd name="connsiteX2" fmla="*/ 5143567 w 6000750"/>
              <a:gd name="connsiteY2" fmla="*/ 4504977 h 4505325"/>
              <a:gd name="connsiteX3" fmla="*/ 5143567 w 6000750"/>
              <a:gd name="connsiteY3" fmla="*/ 3647787 h 4505325"/>
              <a:gd name="connsiteX4" fmla="*/ 0 w 6000750"/>
              <a:gd name="connsiteY4" fmla="*/ 0 h 4505325"/>
              <a:gd name="connsiteX5" fmla="*/ 5143566 w 6000750"/>
              <a:gd name="connsiteY5" fmla="*/ 0 h 4505325"/>
              <a:gd name="connsiteX6" fmla="*/ 5143566 w 6000750"/>
              <a:gd name="connsiteY6" fmla="*/ 3645561 h 4505325"/>
              <a:gd name="connsiteX7" fmla="*/ 6000017 w 6000750"/>
              <a:gd name="connsiteY7" fmla="*/ 3645561 h 4505325"/>
              <a:gd name="connsiteX8" fmla="*/ 6000017 w 6000750"/>
              <a:gd name="connsiteY8" fmla="*/ 0 h 4505325"/>
              <a:gd name="connsiteX9" fmla="*/ 6000750 w 6000750"/>
              <a:gd name="connsiteY9" fmla="*/ 0 h 4505325"/>
              <a:gd name="connsiteX10" fmla="*/ 6000750 w 6000750"/>
              <a:gd name="connsiteY10" fmla="*/ 4505325 h 4505325"/>
              <a:gd name="connsiteX11" fmla="*/ 0 w 6000750"/>
              <a:gd name="connsiteY11" fmla="*/ 4505325 h 4505325"/>
              <a:gd name="connsiteX0" fmla="*/ 4286377 w 6000750"/>
              <a:gd name="connsiteY0" fmla="*/ 3647787 h 4505325"/>
              <a:gd name="connsiteX1" fmla="*/ 4286377 w 6000750"/>
              <a:gd name="connsiteY1" fmla="*/ 4504977 h 4505325"/>
              <a:gd name="connsiteX2" fmla="*/ 5143567 w 6000750"/>
              <a:gd name="connsiteY2" fmla="*/ 4504977 h 4505325"/>
              <a:gd name="connsiteX3" fmla="*/ 5143567 w 6000750"/>
              <a:gd name="connsiteY3" fmla="*/ 3647787 h 4505325"/>
              <a:gd name="connsiteX4" fmla="*/ 4286377 w 6000750"/>
              <a:gd name="connsiteY4" fmla="*/ 3647787 h 4505325"/>
              <a:gd name="connsiteX5" fmla="*/ 0 w 6000750"/>
              <a:gd name="connsiteY5" fmla="*/ 0 h 4505325"/>
              <a:gd name="connsiteX6" fmla="*/ 5143566 w 6000750"/>
              <a:gd name="connsiteY6" fmla="*/ 0 h 4505325"/>
              <a:gd name="connsiteX7" fmla="*/ 5143566 w 6000750"/>
              <a:gd name="connsiteY7" fmla="*/ 3645561 h 4505325"/>
              <a:gd name="connsiteX8" fmla="*/ 6000017 w 6000750"/>
              <a:gd name="connsiteY8" fmla="*/ 3645561 h 4505325"/>
              <a:gd name="connsiteX9" fmla="*/ 6000017 w 6000750"/>
              <a:gd name="connsiteY9" fmla="*/ 0 h 4505325"/>
              <a:gd name="connsiteX10" fmla="*/ 6000750 w 6000750"/>
              <a:gd name="connsiteY10" fmla="*/ 4505325 h 4505325"/>
              <a:gd name="connsiteX11" fmla="*/ 0 w 6000750"/>
              <a:gd name="connsiteY11" fmla="*/ 4505325 h 4505325"/>
              <a:gd name="connsiteX12" fmla="*/ 0 w 6000750"/>
              <a:gd name="connsiteY12" fmla="*/ 0 h 4505325"/>
              <a:gd name="connsiteX0" fmla="*/ 4286377 w 6000750"/>
              <a:gd name="connsiteY0" fmla="*/ 3647787 h 4505325"/>
              <a:gd name="connsiteX1" fmla="*/ 4286377 w 6000750"/>
              <a:gd name="connsiteY1" fmla="*/ 4504977 h 4505325"/>
              <a:gd name="connsiteX2" fmla="*/ 5143567 w 6000750"/>
              <a:gd name="connsiteY2" fmla="*/ 4504977 h 4505325"/>
              <a:gd name="connsiteX3" fmla="*/ 5143567 w 6000750"/>
              <a:gd name="connsiteY3" fmla="*/ 3647787 h 4505325"/>
              <a:gd name="connsiteX4" fmla="*/ 4286377 w 6000750"/>
              <a:gd name="connsiteY4" fmla="*/ 3647787 h 4505325"/>
              <a:gd name="connsiteX5" fmla="*/ 0 w 6000750"/>
              <a:gd name="connsiteY5" fmla="*/ 0 h 4505325"/>
              <a:gd name="connsiteX6" fmla="*/ 5143566 w 6000750"/>
              <a:gd name="connsiteY6" fmla="*/ 0 h 4505325"/>
              <a:gd name="connsiteX7" fmla="*/ 5143566 w 6000750"/>
              <a:gd name="connsiteY7" fmla="*/ 3645561 h 4505325"/>
              <a:gd name="connsiteX8" fmla="*/ 6000017 w 6000750"/>
              <a:gd name="connsiteY8" fmla="*/ 3645561 h 4505325"/>
              <a:gd name="connsiteX9" fmla="*/ 6000750 w 6000750"/>
              <a:gd name="connsiteY9" fmla="*/ 4505325 h 4505325"/>
              <a:gd name="connsiteX10" fmla="*/ 0 w 6000750"/>
              <a:gd name="connsiteY10" fmla="*/ 4505325 h 4505325"/>
              <a:gd name="connsiteX11" fmla="*/ 0 w 6000750"/>
              <a:gd name="connsiteY11" fmla="*/ 0 h 4505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000750" h="4505325">
                <a:moveTo>
                  <a:pt x="4286377" y="3647787"/>
                </a:moveTo>
                <a:lnTo>
                  <a:pt x="4286377" y="4504977"/>
                </a:lnTo>
                <a:lnTo>
                  <a:pt x="5143567" y="4504977"/>
                </a:lnTo>
                <a:lnTo>
                  <a:pt x="5143567" y="3647787"/>
                </a:lnTo>
                <a:lnTo>
                  <a:pt x="4286377" y="3647787"/>
                </a:lnTo>
                <a:close/>
                <a:moveTo>
                  <a:pt x="0" y="0"/>
                </a:moveTo>
                <a:lnTo>
                  <a:pt x="5143566" y="0"/>
                </a:lnTo>
                <a:lnTo>
                  <a:pt x="5143566" y="3645561"/>
                </a:lnTo>
                <a:lnTo>
                  <a:pt x="6000017" y="3645561"/>
                </a:lnTo>
                <a:cubicBezTo>
                  <a:pt x="6000261" y="3932149"/>
                  <a:pt x="6000506" y="4218737"/>
                  <a:pt x="6000750" y="4505325"/>
                </a:cubicBez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8000" tIns="10800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de-AT"/>
          </a:p>
        </p:txBody>
      </p:sp>
      <p:sp>
        <p:nvSpPr>
          <p:cNvPr id="3" name="Balken 1">
            <a:extLst>
              <a:ext uri="{FF2B5EF4-FFF2-40B4-BE49-F238E27FC236}">
                <a16:creationId xmlns:a16="http://schemas.microsoft.com/office/drawing/2014/main" id="{583AD794-3BF0-2F16-F1CD-1E7CB3921F19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5143308" cy="2381239"/>
          </a:xfrm>
          <a:custGeom>
            <a:avLst/>
            <a:gdLst/>
            <a:ahLst/>
            <a:cxnLst/>
            <a:rect l="l" t="t" r="r" b="b"/>
            <a:pathLst>
              <a:path w="8481695" h="3926840">
                <a:moveTo>
                  <a:pt x="8481417" y="0"/>
                </a:moveTo>
                <a:lnTo>
                  <a:pt x="0" y="0"/>
                </a:lnTo>
                <a:lnTo>
                  <a:pt x="0" y="3926582"/>
                </a:lnTo>
                <a:lnTo>
                  <a:pt x="8481417" y="3926582"/>
                </a:lnTo>
                <a:lnTo>
                  <a:pt x="8481417" y="0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 lIns="0" tIns="0" rIns="0" bIns="0" rtlCol="0">
            <a:noAutofit/>
          </a:bodyPr>
          <a:lstStyle/>
          <a:p>
            <a:pPr rtl="0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32967C4-01DC-89A2-49E9-C3648E669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89200"/>
            <a:ext cx="4046237" cy="769441"/>
          </a:xfrm>
          <a:prstGeom prst="rect">
            <a:avLst/>
          </a:prstGeom>
        </p:spPr>
        <p:txBody>
          <a:bodyPr vert="horz">
            <a:noAutofit/>
          </a:bodyPr>
          <a:lstStyle>
            <a:lvl1pPr rtl="0">
              <a:defRPr sz="2500" b="1" spc="-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Textplatzhalter 1">
            <a:extLst>
              <a:ext uri="{FF2B5EF4-FFF2-40B4-BE49-F238E27FC236}">
                <a16:creationId xmlns:a16="http://schemas.microsoft.com/office/drawing/2014/main" id="{26221355-5A60-4666-2E77-6B2EDB2406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0439" y="381000"/>
            <a:ext cx="4046237" cy="246221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 rtl="0">
              <a:defRPr sz="1600">
                <a:solidFill>
                  <a:schemeClr val="bg1"/>
                </a:solidFill>
              </a:defRPr>
            </a:lvl5pPr>
          </a:lstStyle>
          <a:p>
            <a:pPr lvl="4"/>
            <a:r>
              <a:rPr lang="de-DE" dirty="0"/>
              <a:t>Mastertextformat bearbeiten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336B2D58-07A2-D54E-9C27-01102154F6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950" y="909696"/>
            <a:ext cx="5257592" cy="1024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rtl="0">
              <a:buFont typeface="Arial" panose="020B0604020202020204" pitchFamily="34" charset="0"/>
              <a:buNone/>
              <a:defRPr sz="2490" b="1" spc="-30" baseline="0">
                <a:solidFill>
                  <a:schemeClr val="accent5"/>
                </a:solidFill>
              </a:defRPr>
            </a:lvl1pPr>
            <a:lvl2pPr marL="0" indent="-180000" rtl="0">
              <a:spcBef>
                <a:spcPts val="180"/>
              </a:spcBef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580" spc="-10" baseline="0"/>
            </a:lvl2pPr>
            <a:lvl3pPr>
              <a:defRPr sz="1580"/>
            </a:lvl3pPr>
            <a:lvl4pPr>
              <a:defRPr sz="1580"/>
            </a:lvl4pPr>
            <a:lvl5pPr>
              <a:defRPr sz="1580"/>
            </a:lvl5pPr>
          </a:lstStyle>
          <a:p>
            <a:pPr lvl="0"/>
            <a:r>
              <a:rPr lang="de-DE" dirty="0"/>
              <a:t>Erste + Zweite Ebene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D6A96B82-A60A-984E-563D-79CEE8CAC4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950" y="2474902"/>
            <a:ext cx="5257592" cy="1024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rtl="0">
              <a:buFont typeface="Arial" panose="020B0604020202020204" pitchFamily="34" charset="0"/>
              <a:buNone/>
              <a:defRPr sz="2490" b="1" spc="-30" baseline="0">
                <a:solidFill>
                  <a:schemeClr val="accent5"/>
                </a:solidFill>
              </a:defRPr>
            </a:lvl1pPr>
            <a:lvl2pPr marL="0" indent="-180000" rtl="0">
              <a:spcBef>
                <a:spcPts val="180"/>
              </a:spcBef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580" spc="-10" baseline="0"/>
            </a:lvl2pPr>
            <a:lvl3pPr>
              <a:defRPr sz="1580"/>
            </a:lvl3pPr>
            <a:lvl4pPr>
              <a:defRPr sz="1580"/>
            </a:lvl4pPr>
            <a:lvl5pPr>
              <a:defRPr sz="1580"/>
            </a:lvl5pPr>
          </a:lstStyle>
          <a:p>
            <a:pPr lvl="0"/>
            <a:r>
              <a:rPr lang="de-DE" dirty="0"/>
              <a:t>Erste + Zweite Ebene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E1F1EBF1-7FB9-51CD-CB2D-86BA64330F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88950" y="4040108"/>
            <a:ext cx="5257592" cy="1024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rtl="0">
              <a:buFont typeface="Arial" panose="020B0604020202020204" pitchFamily="34" charset="0"/>
              <a:buNone/>
              <a:defRPr sz="2490" b="1" spc="-30" baseline="0">
                <a:solidFill>
                  <a:schemeClr val="accent5"/>
                </a:solidFill>
              </a:defRPr>
            </a:lvl1pPr>
            <a:lvl2pPr marL="0" indent="-180000" rtl="0">
              <a:spcBef>
                <a:spcPts val="180"/>
              </a:spcBef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580" spc="-10" baseline="0"/>
            </a:lvl2pPr>
            <a:lvl3pPr>
              <a:defRPr sz="1580"/>
            </a:lvl3pPr>
            <a:lvl4pPr>
              <a:defRPr sz="1580"/>
            </a:lvl4pPr>
            <a:lvl5pPr>
              <a:defRPr sz="1580"/>
            </a:lvl5pPr>
          </a:lstStyle>
          <a:p>
            <a:pPr lvl="0"/>
            <a:r>
              <a:rPr lang="de-DE" dirty="0"/>
              <a:t>Erste + Zweite Ebene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12" name="Bildplatzhalter 1">
            <a:extLst>
              <a:ext uri="{FF2B5EF4-FFF2-40B4-BE49-F238E27FC236}">
                <a16:creationId xmlns:a16="http://schemas.microsoft.com/office/drawing/2014/main" id="{C7899F09-81A9-8C66-11CD-330DAE7CBE9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38901" y="909696"/>
            <a:ext cx="486000" cy="486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 sz="1400"/>
            </a:lvl1pPr>
          </a:lstStyle>
          <a:p>
            <a:r>
              <a:rPr lang="de-DE"/>
              <a:t>Icon</a:t>
            </a:r>
            <a:endParaRPr lang="de-DE" dirty="0"/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44219EC2-43E8-7B2D-291F-CDDDB80DBE9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38901" y="2474902"/>
            <a:ext cx="486000" cy="486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 sz="1400"/>
            </a:lvl1pPr>
          </a:lstStyle>
          <a:p>
            <a:r>
              <a:rPr lang="de-DE"/>
              <a:t>Icon</a:t>
            </a:r>
            <a:endParaRPr lang="de-DE" dirty="0"/>
          </a:p>
        </p:txBody>
      </p:sp>
      <p:sp>
        <p:nvSpPr>
          <p:cNvPr id="14" name="Bildplatzhalter 3">
            <a:extLst>
              <a:ext uri="{FF2B5EF4-FFF2-40B4-BE49-F238E27FC236}">
                <a16:creationId xmlns:a16="http://schemas.microsoft.com/office/drawing/2014/main" id="{84590C23-C663-CE8A-D6D1-9E0A9E866D7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838901" y="4040108"/>
            <a:ext cx="486000" cy="486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 sz="1400"/>
            </a:lvl1pPr>
          </a:lstStyle>
          <a:p>
            <a:r>
              <a:rPr lang="de-DE"/>
              <a:t>Icon</a:t>
            </a:r>
            <a:endParaRPr lang="de-DE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A99D42B1-A6AB-6FE7-0B32-D1270E5B0C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8EC8A7D6-4FB3-C212-0580-FC28C4A54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Textplatzhalter 12">
            <a:extLst>
              <a:ext uri="{FF2B5EF4-FFF2-40B4-BE49-F238E27FC236}">
                <a16:creationId xmlns:a16="http://schemas.microsoft.com/office/drawing/2014/main" id="{0AD8A561-1B59-6558-A269-881D8F3F83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01830" y="6308725"/>
            <a:ext cx="5257592" cy="252413"/>
          </a:xfrm>
        </p:spPr>
        <p:txBody>
          <a:bodyPr anchor="ctr"/>
          <a:lstStyle>
            <a:lvl1pPr marL="0" indent="0" rtl="0">
              <a:spcAft>
                <a:spcPts val="0"/>
              </a:spcAft>
              <a:buNone/>
              <a:defRPr sz="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  <p:pic>
        <p:nvPicPr>
          <p:cNvPr id="5" name="Grafik 4" descr="Ein Bild, das Text, Schrift, Symbol, Logo enthält.&#10;&#10;Automatisch generierte Beschreibung">
            <a:extLst>
              <a:ext uri="{FF2B5EF4-FFF2-40B4-BE49-F238E27FC236}">
                <a16:creationId xmlns:a16="http://schemas.microsoft.com/office/drawing/2014/main" id="{3A34AFC8-F242-91E7-570C-2938CC9DC6F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174" y="5675043"/>
            <a:ext cx="2010258" cy="61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83515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+ Aufzählung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CD10A994-2D4C-C8F3-6982-FFBC018935A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481376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10A994-2D4C-C8F3-6982-FFBC018935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Bildplatzhalter">
            <a:extLst>
              <a:ext uri="{FF2B5EF4-FFF2-40B4-BE49-F238E27FC236}">
                <a16:creationId xmlns:a16="http://schemas.microsoft.com/office/drawing/2014/main" id="{D627C073-3AC9-4758-F7D1-9BF94962ED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20800" y="0"/>
            <a:ext cx="4471200" cy="4114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/>
            </a:lvl1pPr>
          </a:lstStyle>
          <a:p>
            <a:endParaRPr lang="de-AT"/>
          </a:p>
        </p:txBody>
      </p:sp>
      <p:sp>
        <p:nvSpPr>
          <p:cNvPr id="10" name="Balken">
            <a:extLst>
              <a:ext uri="{FF2B5EF4-FFF2-40B4-BE49-F238E27FC236}">
                <a16:creationId xmlns:a16="http://schemas.microsoft.com/office/drawing/2014/main" id="{BA1181D0-ACA7-6E78-09B6-B1ABF137394F}"/>
              </a:ext>
            </a:extLst>
          </p:cNvPr>
          <p:cNvSpPr/>
          <p:nvPr userDrawn="1"/>
        </p:nvSpPr>
        <p:spPr>
          <a:xfrm>
            <a:off x="7721785" y="4025850"/>
            <a:ext cx="4470215" cy="2832150"/>
          </a:xfrm>
          <a:custGeom>
            <a:avLst/>
            <a:gdLst/>
            <a:ahLst/>
            <a:cxnLst/>
            <a:rect l="l" t="t" r="r" b="b"/>
            <a:pathLst>
              <a:path w="7371715" h="4670425">
                <a:moveTo>
                  <a:pt x="7371503" y="0"/>
                </a:moveTo>
                <a:lnTo>
                  <a:pt x="0" y="0"/>
                </a:lnTo>
                <a:lnTo>
                  <a:pt x="0" y="4670014"/>
                </a:lnTo>
                <a:lnTo>
                  <a:pt x="7371503" y="4670014"/>
                </a:lnTo>
                <a:lnTo>
                  <a:pt x="7371503" y="0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4" name="Textplatzhalter 1">
            <a:extLst>
              <a:ext uri="{FF2B5EF4-FFF2-40B4-BE49-F238E27FC236}">
                <a16:creationId xmlns:a16="http://schemas.microsoft.com/office/drawing/2014/main" id="{5C6E65FD-579D-7166-F932-DCA3265811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963" y="360000"/>
            <a:ext cx="6941878" cy="266227"/>
          </a:xfrm>
          <a:prstGeom prst="rect">
            <a:avLst/>
          </a:prstGeom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 sz="1600" b="0" spc="-40" baseline="0">
                <a:solidFill>
                  <a:schemeClr val="accent5"/>
                </a:solidFill>
              </a:defRPr>
            </a:lvl1pPr>
            <a:lvl2pPr>
              <a:defRPr sz="1730"/>
            </a:lvl2pPr>
            <a:lvl3pPr>
              <a:defRPr sz="1730"/>
            </a:lvl3pPr>
            <a:lvl4pPr>
              <a:defRPr sz="1730"/>
            </a:lvl4pPr>
            <a:lvl5pPr>
              <a:defRPr sz="1730"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3562F5E-AE77-A887-38FC-AB47CD952F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63" y="5360400"/>
            <a:ext cx="6946273" cy="639214"/>
          </a:xfrm>
          <a:prstGeom prst="rect">
            <a:avLst/>
          </a:prstGeom>
        </p:spPr>
        <p:txBody>
          <a:bodyPr/>
          <a:lstStyle>
            <a:lvl1pPr marL="0" indent="0" rtl="0">
              <a:spcAft>
                <a:spcPts val="200"/>
              </a:spcAft>
              <a:buFont typeface="Arial" panose="020B0604020202020204" pitchFamily="34" charset="0"/>
              <a:buNone/>
              <a:defRPr sz="2490" b="1" spc="-10" baseline="0">
                <a:solidFill>
                  <a:schemeClr val="accent5"/>
                </a:solidFill>
              </a:defRPr>
            </a:lvl1pPr>
            <a:lvl2pPr marL="285750" indent="-285750" algn="l" rtl="0">
              <a:lnSpc>
                <a:spcPct val="101000"/>
              </a:lnSpc>
              <a:buFont typeface="Arial" panose="020B0604020202020204" pitchFamily="34" charset="0"/>
              <a:buChar char="•"/>
              <a:defRPr sz="1580" spc="-20" baseline="0"/>
            </a:lvl2pPr>
          </a:lstStyle>
          <a:p>
            <a:pPr lvl="0"/>
            <a:r>
              <a:rPr lang="de-DE" dirty="0"/>
              <a:t>Erste + zweite Ebene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1A93C45-D2BE-689D-6234-1098F3A1D1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46800" y="5067584"/>
            <a:ext cx="3710238" cy="1241141"/>
          </a:xfrm>
          <a:prstGeom prst="rect">
            <a:avLst/>
          </a:prstGeom>
        </p:spPr>
        <p:txBody>
          <a:bodyPr/>
          <a:lstStyle>
            <a:lvl1pPr marL="0" indent="0" rtl="0">
              <a:lnSpc>
                <a:spcPct val="101000"/>
              </a:lnSpc>
              <a:buFont typeface="Arial" panose="020B0604020202020204" pitchFamily="34" charset="0"/>
              <a:buNone/>
              <a:defRPr sz="1580" spc="-20" baseline="0">
                <a:solidFill>
                  <a:schemeClr val="bg1"/>
                </a:solidFill>
              </a:defRPr>
            </a:lvl1pPr>
            <a:lvl2pPr marL="0" indent="0" rtl="0">
              <a:buNone/>
              <a:defRPr sz="1580"/>
            </a:lvl2pPr>
            <a:lvl3pPr>
              <a:defRPr sz="1580"/>
            </a:lvl3pPr>
            <a:lvl4pPr>
              <a:defRPr sz="1580"/>
            </a:lvl4pPr>
            <a:lvl5pPr>
              <a:defRPr sz="158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endParaRPr lang="de-DE" dirty="0"/>
          </a:p>
        </p:txBody>
      </p:sp>
      <p:graphicFrame>
        <p:nvGraphicFramePr>
          <p:cNvPr id="14" name="Tabelle">
            <a:extLst>
              <a:ext uri="{FF2B5EF4-FFF2-40B4-BE49-F238E27FC236}">
                <a16:creationId xmlns:a16="http://schemas.microsoft.com/office/drawing/2014/main" id="{A1C0D427-A119-4D8C-0DB4-5A001FCB9E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504743598"/>
              </p:ext>
            </p:extLst>
          </p:nvPr>
        </p:nvGraphicFramePr>
        <p:xfrm>
          <a:off x="334963" y="2792076"/>
          <a:ext cx="6942137" cy="214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42137">
                  <a:extLst>
                    <a:ext uri="{9D8B030D-6E8A-4147-A177-3AD203B41FA5}">
                      <a16:colId xmlns:a16="http://schemas.microsoft.com/office/drawing/2014/main" val="3435462216"/>
                    </a:ext>
                  </a:extLst>
                </a:gridCol>
              </a:tblGrid>
              <a:tr h="428400">
                <a:tc>
                  <a:txBody>
                    <a:bodyPr/>
                    <a:lstStyle/>
                    <a:p>
                      <a:pPr algn="l" rtl="0"/>
                      <a:endParaRPr lang="de-DE" sz="1580" dirty="0">
                        <a:solidFill>
                          <a:schemeClr val="tx1"/>
                        </a:solidFill>
                      </a:endParaRPr>
                    </a:p>
                  </a:txBody>
                  <a:tcPr marL="18720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67909192"/>
                  </a:ext>
                </a:extLst>
              </a:tr>
              <a:tr h="428400">
                <a:tc>
                  <a:txBody>
                    <a:bodyPr/>
                    <a:lstStyle/>
                    <a:p>
                      <a:pPr algn="l" rtl="0"/>
                      <a:endParaRPr lang="de-DE" sz="1580" dirty="0">
                        <a:solidFill>
                          <a:schemeClr val="tx1"/>
                        </a:solidFill>
                      </a:endParaRPr>
                    </a:p>
                  </a:txBody>
                  <a:tcPr marL="18720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4989411"/>
                  </a:ext>
                </a:extLst>
              </a:tr>
              <a:tr h="428400">
                <a:tc>
                  <a:txBody>
                    <a:bodyPr/>
                    <a:lstStyle/>
                    <a:p>
                      <a:pPr algn="l" rtl="0"/>
                      <a:endParaRPr lang="de-DE" sz="1580" dirty="0">
                        <a:solidFill>
                          <a:schemeClr val="tx1"/>
                        </a:solidFill>
                      </a:endParaRPr>
                    </a:p>
                  </a:txBody>
                  <a:tcPr marL="18720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310207"/>
                  </a:ext>
                </a:extLst>
              </a:tr>
              <a:tr h="428400">
                <a:tc>
                  <a:txBody>
                    <a:bodyPr/>
                    <a:lstStyle/>
                    <a:p>
                      <a:pPr algn="l" rtl="0"/>
                      <a:endParaRPr lang="de-DE" sz="1580" dirty="0">
                        <a:solidFill>
                          <a:schemeClr val="tx1"/>
                        </a:solidFill>
                      </a:endParaRPr>
                    </a:p>
                  </a:txBody>
                  <a:tcPr marL="18720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5092869"/>
                  </a:ext>
                </a:extLst>
              </a:tr>
              <a:tr h="428400">
                <a:tc>
                  <a:txBody>
                    <a:bodyPr/>
                    <a:lstStyle/>
                    <a:p>
                      <a:pPr algn="l" rtl="0"/>
                      <a:endParaRPr lang="de-DE" sz="1580" dirty="0">
                        <a:solidFill>
                          <a:schemeClr val="tx1"/>
                        </a:solidFill>
                      </a:endParaRPr>
                    </a:p>
                  </a:txBody>
                  <a:tcPr marL="18720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0668927"/>
                  </a:ext>
                </a:extLst>
              </a:tr>
            </a:tbl>
          </a:graphicData>
        </a:graphic>
      </p:graphicFrame>
      <p:pic>
        <p:nvPicPr>
          <p:cNvPr id="15" name="Icon">
            <a:extLst>
              <a:ext uri="{FF2B5EF4-FFF2-40B4-BE49-F238E27FC236}">
                <a16:creationId xmlns:a16="http://schemas.microsoft.com/office/drawing/2014/main" id="{CA15AA07-A106-14D0-75C3-C18B0A6E5AF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1400" y="4240994"/>
            <a:ext cx="648000" cy="648000"/>
          </a:xfrm>
          <a:prstGeom prst="rect">
            <a:avLst/>
          </a:prstGeom>
        </p:spPr>
      </p:pic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073B9922-6D27-6ECB-07DF-FBBC7F3CAD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571" y="2884465"/>
            <a:ext cx="6942609" cy="243143"/>
          </a:xfrm>
          <a:prstGeom prst="rect">
            <a:avLst/>
          </a:prstGeom>
        </p:spPr>
        <p:txBody>
          <a:bodyPr/>
          <a:lstStyle>
            <a:lvl1pPr marL="266700" indent="-266700" rtl="0">
              <a:buFontTx/>
              <a:buBlip>
                <a:blip r:embed="rId7"/>
              </a:buBlip>
              <a:defRPr sz="1580">
                <a:latin typeface="+mn-lt"/>
              </a:defRPr>
            </a:lvl1pPr>
          </a:lstStyle>
          <a:p>
            <a:pPr lvl="0"/>
            <a:r>
              <a:rPr lang="de-DE" dirty="0"/>
              <a:t>Aufzählung</a:t>
            </a:r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FA30B8B6-0E15-3521-C784-42E734B035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571" y="3307304"/>
            <a:ext cx="6942609" cy="243143"/>
          </a:xfrm>
          <a:prstGeom prst="rect">
            <a:avLst/>
          </a:prstGeom>
        </p:spPr>
        <p:txBody>
          <a:bodyPr/>
          <a:lstStyle>
            <a:lvl1pPr marL="266700" indent="-266700" rtl="0">
              <a:buFontTx/>
              <a:buBlip>
                <a:blip r:embed="rId7"/>
              </a:buBlip>
              <a:defRPr lang="de-DE" sz="1580" dirty="0">
                <a:latin typeface="+mn-lt"/>
                <a:ea typeface="+mn-ea"/>
                <a:cs typeface="+mn-cs"/>
              </a:defRPr>
            </a:lvl1pPr>
          </a:lstStyle>
          <a:p>
            <a:pPr marL="266700" lvl="0" indent="-266700" rtl="0">
              <a:spcAft>
                <a:spcPts val="600"/>
              </a:spcAft>
              <a:buFontTx/>
              <a:buBlip>
                <a:blip r:embed="rId7"/>
              </a:buBlip>
            </a:pPr>
            <a:r>
              <a:rPr lang="de-DE" dirty="0"/>
              <a:t>Aufzählung</a:t>
            </a:r>
          </a:p>
        </p:txBody>
      </p:sp>
      <p:sp>
        <p:nvSpPr>
          <p:cNvPr id="19" name="Textplatzhalter 16">
            <a:extLst>
              <a:ext uri="{FF2B5EF4-FFF2-40B4-BE49-F238E27FC236}">
                <a16:creationId xmlns:a16="http://schemas.microsoft.com/office/drawing/2014/main" id="{A20BFD24-7D7B-3531-ADE7-338B8E0150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571" y="3739273"/>
            <a:ext cx="6942609" cy="243143"/>
          </a:xfrm>
          <a:prstGeom prst="rect">
            <a:avLst/>
          </a:prstGeom>
        </p:spPr>
        <p:txBody>
          <a:bodyPr/>
          <a:lstStyle>
            <a:lvl1pPr marL="266700" indent="-266700" rtl="0">
              <a:buFontTx/>
              <a:buBlip>
                <a:blip r:embed="rId7"/>
              </a:buBlip>
              <a:defRPr lang="de-DE" sz="1580" dirty="0">
                <a:latin typeface="+mn-lt"/>
                <a:ea typeface="+mn-ea"/>
                <a:cs typeface="+mn-cs"/>
              </a:defRPr>
            </a:lvl1pPr>
          </a:lstStyle>
          <a:p>
            <a:pPr marL="266700" lvl="0" indent="-266700" rtl="0">
              <a:spcAft>
                <a:spcPts val="600"/>
              </a:spcAft>
              <a:buFontTx/>
              <a:buBlip>
                <a:blip r:embed="rId7"/>
              </a:buBlip>
            </a:pPr>
            <a:r>
              <a:rPr lang="de-DE" dirty="0"/>
              <a:t>Aufzählung</a:t>
            </a:r>
          </a:p>
        </p:txBody>
      </p:sp>
      <p:sp>
        <p:nvSpPr>
          <p:cNvPr id="20" name="Textplatzhalter 16">
            <a:extLst>
              <a:ext uri="{FF2B5EF4-FFF2-40B4-BE49-F238E27FC236}">
                <a16:creationId xmlns:a16="http://schemas.microsoft.com/office/drawing/2014/main" id="{170CDC3B-CB3B-9AAC-3E6F-DA2587708D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571" y="4165597"/>
            <a:ext cx="6942609" cy="243143"/>
          </a:xfrm>
          <a:prstGeom prst="rect">
            <a:avLst/>
          </a:prstGeom>
        </p:spPr>
        <p:txBody>
          <a:bodyPr/>
          <a:lstStyle>
            <a:lvl1pPr marL="266700" indent="-266700" rtl="0">
              <a:buFontTx/>
              <a:buBlip>
                <a:blip r:embed="rId7"/>
              </a:buBlip>
              <a:defRPr lang="de-DE" sz="1580" dirty="0">
                <a:latin typeface="+mn-lt"/>
                <a:ea typeface="+mn-ea"/>
                <a:cs typeface="+mn-cs"/>
              </a:defRPr>
            </a:lvl1pPr>
          </a:lstStyle>
          <a:p>
            <a:pPr marL="266700" lvl="0" indent="-266700" rtl="0">
              <a:spcAft>
                <a:spcPts val="600"/>
              </a:spcAft>
              <a:buFontTx/>
              <a:buBlip>
                <a:blip r:embed="rId7"/>
              </a:buBlip>
            </a:pPr>
            <a:r>
              <a:rPr lang="de-DE" dirty="0"/>
              <a:t>Aufzählung</a:t>
            </a:r>
          </a:p>
        </p:txBody>
      </p:sp>
      <p:sp>
        <p:nvSpPr>
          <p:cNvPr id="21" name="Textplatzhalter 16">
            <a:extLst>
              <a:ext uri="{FF2B5EF4-FFF2-40B4-BE49-F238E27FC236}">
                <a16:creationId xmlns:a16="http://schemas.microsoft.com/office/drawing/2014/main" id="{4680ADD5-BEFD-C372-D442-F832650A72F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200" y="4594079"/>
            <a:ext cx="6942609" cy="243143"/>
          </a:xfrm>
          <a:prstGeom prst="rect">
            <a:avLst/>
          </a:prstGeom>
        </p:spPr>
        <p:txBody>
          <a:bodyPr/>
          <a:lstStyle>
            <a:lvl1pPr marL="266700" indent="-266700" rtl="0">
              <a:buFontTx/>
              <a:buBlip>
                <a:blip r:embed="rId7"/>
              </a:buBlip>
              <a:defRPr lang="de-DE" sz="1580" dirty="0">
                <a:latin typeface="+mn-lt"/>
                <a:ea typeface="+mn-ea"/>
                <a:cs typeface="+mn-cs"/>
              </a:defRPr>
            </a:lvl1pPr>
          </a:lstStyle>
          <a:p>
            <a:pPr marL="266700" lvl="0" indent="-266700" rtl="0">
              <a:spcAft>
                <a:spcPts val="600"/>
              </a:spcAft>
              <a:buFontTx/>
              <a:buBlip>
                <a:blip r:embed="rId7"/>
              </a:buBlip>
            </a:pPr>
            <a:r>
              <a:rPr lang="de-DE" dirty="0"/>
              <a:t>Aufzählung</a:t>
            </a:r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8F70A6F7-353B-3D21-2718-A6DA5142230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23463" y="432000"/>
            <a:ext cx="1933575" cy="517325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3" name="Titel 22">
            <a:extLst>
              <a:ext uri="{FF2B5EF4-FFF2-40B4-BE49-F238E27FC236}">
                <a16:creationId xmlns:a16="http://schemas.microsoft.com/office/drawing/2014/main" id="{46469FFF-0FF4-26A0-1005-D6C0AA371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23" y="623708"/>
            <a:ext cx="6935777" cy="624839"/>
          </a:xfrm>
        </p:spPr>
        <p:txBody>
          <a:bodyPr vert="horz"/>
          <a:lstStyle>
            <a:lvl1pPr rtl="0">
              <a:defRPr>
                <a:solidFill>
                  <a:schemeClr val="accent5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26" name="Textplatzhalter 7">
            <a:extLst>
              <a:ext uri="{FF2B5EF4-FFF2-40B4-BE49-F238E27FC236}">
                <a16:creationId xmlns:a16="http://schemas.microsoft.com/office/drawing/2014/main" id="{8454CF53-FA58-D665-EE3A-C238C8EB74E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5460" y="1280297"/>
            <a:ext cx="6935776" cy="258763"/>
          </a:xfrm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9" name="Fußzeilenplatzhalter 15">
            <a:extLst>
              <a:ext uri="{FF2B5EF4-FFF2-40B4-BE49-F238E27FC236}">
                <a16:creationId xmlns:a16="http://schemas.microsoft.com/office/drawing/2014/main" id="{8E1AC6F5-AE87-A671-D797-024A921B5E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30" name="Foliennummernplatzhalter 16">
            <a:extLst>
              <a:ext uri="{FF2B5EF4-FFF2-40B4-BE49-F238E27FC236}">
                <a16:creationId xmlns:a16="http://schemas.microsoft.com/office/drawing/2014/main" id="{C23305A2-08BF-C1EC-A04A-27EE27AFEF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Textplatzhalter 12">
            <a:extLst>
              <a:ext uri="{FF2B5EF4-FFF2-40B4-BE49-F238E27FC236}">
                <a16:creationId xmlns:a16="http://schemas.microsoft.com/office/drawing/2014/main" id="{3B5CC7B7-71FD-E4CC-5DAD-92B9C79DB59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6076" y="6308725"/>
            <a:ext cx="6941878" cy="252413"/>
          </a:xfrm>
        </p:spPr>
        <p:txBody>
          <a:bodyPr anchor="ctr"/>
          <a:lstStyle>
            <a:lvl1pPr marL="0" indent="0" rtl="0">
              <a:spcAft>
                <a:spcPts val="0"/>
              </a:spcAft>
              <a:buNone/>
              <a:defRPr sz="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230069215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+ Aufzählung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CD10A994-2D4C-C8F3-6982-FFBC018935A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925707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10A994-2D4C-C8F3-6982-FFBC018935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Bildplatzhalter">
            <a:extLst>
              <a:ext uri="{FF2B5EF4-FFF2-40B4-BE49-F238E27FC236}">
                <a16:creationId xmlns:a16="http://schemas.microsoft.com/office/drawing/2014/main" id="{D627C073-3AC9-4758-F7D1-9BF94962ED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20800" y="0"/>
            <a:ext cx="4471200" cy="4114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/>
            </a:lvl1pPr>
          </a:lstStyle>
          <a:p>
            <a:endParaRPr lang="de-AT"/>
          </a:p>
        </p:txBody>
      </p:sp>
      <p:sp>
        <p:nvSpPr>
          <p:cNvPr id="10" name="Balken">
            <a:extLst>
              <a:ext uri="{FF2B5EF4-FFF2-40B4-BE49-F238E27FC236}">
                <a16:creationId xmlns:a16="http://schemas.microsoft.com/office/drawing/2014/main" id="{BA1181D0-ACA7-6E78-09B6-B1ABF137394F}"/>
              </a:ext>
            </a:extLst>
          </p:cNvPr>
          <p:cNvSpPr/>
          <p:nvPr userDrawn="1"/>
        </p:nvSpPr>
        <p:spPr>
          <a:xfrm>
            <a:off x="7721785" y="4025850"/>
            <a:ext cx="4470215" cy="2832150"/>
          </a:xfrm>
          <a:custGeom>
            <a:avLst/>
            <a:gdLst/>
            <a:ahLst/>
            <a:cxnLst/>
            <a:rect l="l" t="t" r="r" b="b"/>
            <a:pathLst>
              <a:path w="7371715" h="4670425">
                <a:moveTo>
                  <a:pt x="7371503" y="0"/>
                </a:moveTo>
                <a:lnTo>
                  <a:pt x="0" y="0"/>
                </a:lnTo>
                <a:lnTo>
                  <a:pt x="0" y="4670014"/>
                </a:lnTo>
                <a:lnTo>
                  <a:pt x="7371503" y="4670014"/>
                </a:lnTo>
                <a:lnTo>
                  <a:pt x="7371503" y="0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3562F5E-AE77-A887-38FC-AB47CD952F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3571" y="5360400"/>
            <a:ext cx="6941878" cy="639214"/>
          </a:xfrm>
          <a:prstGeom prst="rect">
            <a:avLst/>
          </a:prstGeom>
        </p:spPr>
        <p:txBody>
          <a:bodyPr/>
          <a:lstStyle>
            <a:lvl1pPr marL="0" indent="0" rtl="0">
              <a:spcAft>
                <a:spcPts val="200"/>
              </a:spcAft>
              <a:buFont typeface="Arial" panose="020B0604020202020204" pitchFamily="34" charset="0"/>
              <a:buNone/>
              <a:defRPr sz="2490" b="1" spc="-10" baseline="0">
                <a:solidFill>
                  <a:schemeClr val="accent5"/>
                </a:solidFill>
              </a:defRPr>
            </a:lvl1pPr>
            <a:lvl2pPr marL="0" algn="l" rtl="0">
              <a:lnSpc>
                <a:spcPct val="101000"/>
              </a:lnSpc>
              <a:defRPr sz="1580" spc="-20" baseline="0"/>
            </a:lvl2pPr>
          </a:lstStyle>
          <a:p>
            <a:pPr lvl="0"/>
            <a:r>
              <a:rPr lang="de-DE" dirty="0"/>
              <a:t>Erste + zweite Ebene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073B9922-6D27-6ECB-07DF-FBBC7F3CAD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1323" y="2884465"/>
            <a:ext cx="6935518" cy="2285412"/>
          </a:xfrm>
          <a:prstGeom prst="rect">
            <a:avLst/>
          </a:prstGeom>
        </p:spPr>
        <p:txBody>
          <a:bodyPr/>
          <a:lstStyle>
            <a:lvl1pPr marL="285750" indent="-285750" rtl="0">
              <a:buFontTx/>
              <a:buBlip>
                <a:blip r:embed="rId5"/>
              </a:buBlip>
              <a:defRPr sz="1580">
                <a:latin typeface="+mn-lt"/>
              </a:defRPr>
            </a:lvl1pPr>
          </a:lstStyle>
          <a:p>
            <a:pPr lvl="0"/>
            <a:r>
              <a:rPr lang="de-DE" dirty="0"/>
              <a:t>Aufzählung</a:t>
            </a:r>
          </a:p>
        </p:txBody>
      </p: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331EF84D-E8FB-1A69-830C-F61D0D829D8E}"/>
              </a:ext>
            </a:extLst>
          </p:cNvPr>
          <p:cNvCxnSpPr>
            <a:cxnSpLocks/>
          </p:cNvCxnSpPr>
          <p:nvPr userDrawn="1"/>
        </p:nvCxnSpPr>
        <p:spPr>
          <a:xfrm>
            <a:off x="333483" y="2757268"/>
            <a:ext cx="694335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FDA8A0F0-5FAA-704B-B745-D7E2467286A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23463" y="432000"/>
            <a:ext cx="1933575" cy="517325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" name="Textplatzhalter 1">
            <a:extLst>
              <a:ext uri="{FF2B5EF4-FFF2-40B4-BE49-F238E27FC236}">
                <a16:creationId xmlns:a16="http://schemas.microsoft.com/office/drawing/2014/main" id="{4F3FC3E3-C25B-3392-20E4-FD545A914F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963" y="360000"/>
            <a:ext cx="6941878" cy="266227"/>
          </a:xfrm>
          <a:prstGeom prst="rect">
            <a:avLst/>
          </a:prstGeom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 sz="1600" b="0" spc="-40" baseline="0">
                <a:solidFill>
                  <a:schemeClr val="accent5"/>
                </a:solidFill>
              </a:defRPr>
            </a:lvl1pPr>
            <a:lvl2pPr>
              <a:defRPr sz="1730"/>
            </a:lvl2pPr>
            <a:lvl3pPr>
              <a:defRPr sz="1730"/>
            </a:lvl3pPr>
            <a:lvl4pPr>
              <a:defRPr sz="1730"/>
            </a:lvl4pPr>
            <a:lvl5pPr>
              <a:defRPr sz="1730"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Titel 22">
            <a:extLst>
              <a:ext uri="{FF2B5EF4-FFF2-40B4-BE49-F238E27FC236}">
                <a16:creationId xmlns:a16="http://schemas.microsoft.com/office/drawing/2014/main" id="{2B81CB53-250D-7F78-32F5-1964F2D7F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23" y="623708"/>
            <a:ext cx="6935777" cy="624839"/>
          </a:xfrm>
        </p:spPr>
        <p:txBody>
          <a:bodyPr vert="horz"/>
          <a:lstStyle>
            <a:lvl1pPr rtl="0">
              <a:defRPr>
                <a:solidFill>
                  <a:schemeClr val="accent5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A3FE0B9-0FA5-EB51-AF08-FBC75323475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5460" y="1280297"/>
            <a:ext cx="6935776" cy="258763"/>
          </a:xfrm>
        </p:spPr>
        <p:txBody>
          <a:bodyPr/>
          <a:lstStyle>
            <a:lvl1pPr marL="0" indent="0" rtl="0"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D70867E9-1942-CD47-5993-5DEA0DE460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46800" y="5067584"/>
            <a:ext cx="3710238" cy="1241141"/>
          </a:xfrm>
          <a:prstGeom prst="rect">
            <a:avLst/>
          </a:prstGeom>
        </p:spPr>
        <p:txBody>
          <a:bodyPr/>
          <a:lstStyle>
            <a:lvl1pPr marL="0" indent="0" rtl="0">
              <a:lnSpc>
                <a:spcPct val="101000"/>
              </a:lnSpc>
              <a:buFont typeface="Arial" panose="020B0604020202020204" pitchFamily="34" charset="0"/>
              <a:buNone/>
              <a:defRPr sz="1580" spc="-20" baseline="0">
                <a:solidFill>
                  <a:schemeClr val="bg1"/>
                </a:solidFill>
              </a:defRPr>
            </a:lvl1pPr>
            <a:lvl2pPr marL="0" indent="0" rtl="0">
              <a:buNone/>
              <a:defRPr sz="1580"/>
            </a:lvl2pPr>
            <a:lvl3pPr>
              <a:defRPr sz="1580"/>
            </a:lvl3pPr>
            <a:lvl4pPr>
              <a:defRPr sz="1580"/>
            </a:lvl4pPr>
            <a:lvl5pPr>
              <a:defRPr sz="158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endParaRPr lang="de-DE" dirty="0"/>
          </a:p>
        </p:txBody>
      </p:sp>
      <p:pic>
        <p:nvPicPr>
          <p:cNvPr id="18" name="Icon">
            <a:extLst>
              <a:ext uri="{FF2B5EF4-FFF2-40B4-BE49-F238E27FC236}">
                <a16:creationId xmlns:a16="http://schemas.microsoft.com/office/drawing/2014/main" id="{EEE368E7-96BD-C14F-9592-759C2F176BD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21400" y="4240994"/>
            <a:ext cx="648000" cy="648000"/>
          </a:xfrm>
          <a:prstGeom prst="rect">
            <a:avLst/>
          </a:prstGeom>
        </p:spPr>
      </p:pic>
      <p:sp>
        <p:nvSpPr>
          <p:cNvPr id="19" name="Fußzeilenplatzhalter 15">
            <a:extLst>
              <a:ext uri="{FF2B5EF4-FFF2-40B4-BE49-F238E27FC236}">
                <a16:creationId xmlns:a16="http://schemas.microsoft.com/office/drawing/2014/main" id="{3ADBB392-ED41-B6D6-DCF2-01C87A316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20" name="Foliennummernplatzhalter 16">
            <a:extLst>
              <a:ext uri="{FF2B5EF4-FFF2-40B4-BE49-F238E27FC236}">
                <a16:creationId xmlns:a16="http://schemas.microsoft.com/office/drawing/2014/main" id="{5DD7DE48-8E58-C9DD-75F1-CE7DA9473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Textplatzhalter 12">
            <a:extLst>
              <a:ext uri="{FF2B5EF4-FFF2-40B4-BE49-F238E27FC236}">
                <a16:creationId xmlns:a16="http://schemas.microsoft.com/office/drawing/2014/main" id="{6C5E7D2E-0364-8905-C646-555171208B5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6076" y="6308725"/>
            <a:ext cx="6941878" cy="252413"/>
          </a:xfrm>
        </p:spPr>
        <p:txBody>
          <a:bodyPr anchor="ctr"/>
          <a:lstStyle>
            <a:lvl1pPr marL="0" indent="0" rtl="0">
              <a:spcAft>
                <a:spcPts val="0"/>
              </a:spcAft>
              <a:buNone/>
              <a:defRPr sz="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377379054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C7C630D-C2F7-05BB-E6B7-A07F645CBC6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530929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C7C630D-C2F7-05BB-E6B7-A07F645CBC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feil">
            <a:extLst>
              <a:ext uri="{FF2B5EF4-FFF2-40B4-BE49-F238E27FC236}">
                <a16:creationId xmlns:a16="http://schemas.microsoft.com/office/drawing/2014/main" id="{2ED0F357-3ADA-8971-A55B-5D1D35CE9A3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279571" y="5952315"/>
            <a:ext cx="360000" cy="360000"/>
          </a:xfrm>
          <a:prstGeom prst="rect">
            <a:avLst/>
          </a:prstGeom>
        </p:spPr>
      </p:pic>
      <p:sp>
        <p:nvSpPr>
          <p:cNvPr id="18" name="Textplatzhalter 3">
            <a:extLst>
              <a:ext uri="{FF2B5EF4-FFF2-40B4-BE49-F238E27FC236}">
                <a16:creationId xmlns:a16="http://schemas.microsoft.com/office/drawing/2014/main" id="{F9DE597E-2CD6-6F67-8EC8-7D7F81D1877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3241" y="5327248"/>
            <a:ext cx="3710936" cy="981477"/>
          </a:xfrm>
          <a:prstGeom prst="rect">
            <a:avLst/>
          </a:prstGeom>
        </p:spPr>
        <p:txBody>
          <a:bodyPr anchor="b"/>
          <a:lstStyle>
            <a:lvl1pPr marL="0" indent="0" algn="r" rtl="0">
              <a:spcAft>
                <a:spcPts val="300"/>
              </a:spcAft>
              <a:buFont typeface="Arial" panose="020B0604020202020204" pitchFamily="34" charset="0"/>
              <a:buNone/>
              <a:defRPr sz="2490" b="0" spc="-30" baseline="0">
                <a:solidFill>
                  <a:schemeClr val="bg2"/>
                </a:solidFill>
                <a:latin typeface="+mn-lt"/>
              </a:defRPr>
            </a:lvl1pPr>
            <a:lvl2pPr marL="0" algn="l">
              <a:defRPr sz="2300">
                <a:solidFill>
                  <a:schemeClr val="bg2"/>
                </a:solidFill>
                <a:latin typeface="+mn-lt"/>
              </a:defRPr>
            </a:lvl2pPr>
            <a:lvl3pPr marL="0" algn="ctr">
              <a:defRPr>
                <a:solidFill>
                  <a:schemeClr val="bg2"/>
                </a:solidFill>
                <a:latin typeface="+mn-lt"/>
              </a:defRPr>
            </a:lvl3pPr>
            <a:lvl4pPr marL="0" algn="ctr">
              <a:defRPr>
                <a:solidFill>
                  <a:schemeClr val="bg2"/>
                </a:solidFill>
                <a:latin typeface="+mn-lt"/>
              </a:defRPr>
            </a:lvl4pPr>
            <a:lvl5pPr marL="0" algn="ctr">
              <a:defRPr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de-DE" dirty="0"/>
              <a:t>Text bearbeiten</a:t>
            </a:r>
          </a:p>
        </p:txBody>
      </p:sp>
      <p:sp>
        <p:nvSpPr>
          <p:cNvPr id="21" name="Bildplatzhalter">
            <a:extLst>
              <a:ext uri="{FF2B5EF4-FFF2-40B4-BE49-F238E27FC236}">
                <a16:creationId xmlns:a16="http://schemas.microsoft.com/office/drawing/2014/main" id="{DEC3CB97-49DF-D774-4093-CAAB5FBC87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733673" y="4180114"/>
            <a:ext cx="2128611" cy="2128611"/>
          </a:xfrm>
          <a:prstGeom prst="rect">
            <a:avLst/>
          </a:prstGeom>
          <a:solidFill>
            <a:schemeClr val="bg1"/>
          </a:solidFill>
        </p:spPr>
        <p:txBody>
          <a:bodyPr anchor="ctr" anchorCtr="0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QR </a:t>
            </a:r>
            <a:br>
              <a:rPr lang="de-DE"/>
            </a:br>
            <a:r>
              <a:rPr lang="de-DE"/>
              <a:t>Platzh.</a:t>
            </a:r>
            <a:endParaRPr lang="de-DE" dirty="0"/>
          </a:p>
        </p:txBody>
      </p:sp>
      <p:sp>
        <p:nvSpPr>
          <p:cNvPr id="2" name="Bubble">
            <a:extLst>
              <a:ext uri="{FF2B5EF4-FFF2-40B4-BE49-F238E27FC236}">
                <a16:creationId xmlns:a16="http://schemas.microsoft.com/office/drawing/2014/main" id="{DB9D6CC1-ACCF-2721-68B1-5CB21D8424B5}"/>
              </a:ext>
            </a:extLst>
          </p:cNvPr>
          <p:cNvSpPr/>
          <p:nvPr userDrawn="1"/>
        </p:nvSpPr>
        <p:spPr>
          <a:xfrm>
            <a:off x="749660" y="2627436"/>
            <a:ext cx="3542979" cy="3542979"/>
          </a:xfrm>
          <a:prstGeom prst="ellipse">
            <a:avLst/>
          </a:prstGeom>
          <a:solidFill>
            <a:schemeClr val="tx1"/>
          </a:solidFill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3" name="Linie">
            <a:extLst>
              <a:ext uri="{FF2B5EF4-FFF2-40B4-BE49-F238E27FC236}">
                <a16:creationId xmlns:a16="http://schemas.microsoft.com/office/drawing/2014/main" id="{F941812D-E034-14C0-3F80-2596F6D0EEDC}"/>
              </a:ext>
            </a:extLst>
          </p:cNvPr>
          <p:cNvSpPr/>
          <p:nvPr userDrawn="1"/>
        </p:nvSpPr>
        <p:spPr>
          <a:xfrm>
            <a:off x="1192213" y="4398925"/>
            <a:ext cx="2657331" cy="0"/>
          </a:xfrm>
          <a:custGeom>
            <a:avLst/>
            <a:gdLst/>
            <a:ahLst/>
            <a:cxnLst/>
            <a:rect l="l" t="t" r="r" b="b"/>
            <a:pathLst>
              <a:path w="4382134">
                <a:moveTo>
                  <a:pt x="0" y="0"/>
                </a:moveTo>
                <a:lnTo>
                  <a:pt x="4381761" y="0"/>
                </a:lnTo>
              </a:path>
            </a:pathLst>
          </a:custGeom>
          <a:ln w="2286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rtl="0"/>
            <a:endParaRPr lang="de-DE" dirty="0"/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C2AD43DA-7D6B-DF07-4260-6D12DF1CB6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07307" y="4559292"/>
            <a:ext cx="2627143" cy="1083374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 rtl="0">
              <a:spcAft>
                <a:spcPts val="300"/>
              </a:spcAft>
              <a:buFont typeface="Arial" panose="020B0604020202020204" pitchFamily="34" charset="0"/>
              <a:buNone/>
              <a:defRPr sz="3520" b="1">
                <a:solidFill>
                  <a:schemeClr val="bg2"/>
                </a:solidFill>
                <a:latin typeface="+mn-lt"/>
              </a:defRPr>
            </a:lvl1pPr>
            <a:lvl2pPr marL="0" algn="ctr">
              <a:defRPr sz="2300">
                <a:solidFill>
                  <a:schemeClr val="bg2"/>
                </a:solidFill>
                <a:latin typeface="+mn-lt"/>
              </a:defRPr>
            </a:lvl2pPr>
            <a:lvl3pPr marL="0" algn="ctr">
              <a:defRPr>
                <a:solidFill>
                  <a:schemeClr val="bg2"/>
                </a:solidFill>
                <a:latin typeface="+mn-lt"/>
              </a:defRPr>
            </a:lvl3pPr>
            <a:lvl4pPr marL="0" algn="ctr">
              <a:defRPr>
                <a:solidFill>
                  <a:schemeClr val="bg2"/>
                </a:solidFill>
                <a:latin typeface="+mn-lt"/>
              </a:defRPr>
            </a:lvl4pPr>
            <a:lvl5pPr marL="0" algn="ctr">
              <a:defRPr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40BACC8E-45D6-56A3-BA60-F9A0B847B8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7307" y="3155185"/>
            <a:ext cx="2627143" cy="1083374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 rtl="0">
              <a:spcAft>
                <a:spcPts val="300"/>
              </a:spcAft>
              <a:buFont typeface="Arial" panose="020B0604020202020204" pitchFamily="34" charset="0"/>
              <a:buNone/>
              <a:defRPr sz="3520" b="1">
                <a:solidFill>
                  <a:schemeClr val="bg2"/>
                </a:solidFill>
                <a:latin typeface="+mn-lt"/>
              </a:defRPr>
            </a:lvl1pPr>
            <a:lvl2pPr marL="0" algn="ctr">
              <a:defRPr sz="2300">
                <a:solidFill>
                  <a:schemeClr val="bg2"/>
                </a:solidFill>
                <a:latin typeface="+mn-lt"/>
              </a:defRPr>
            </a:lvl2pPr>
            <a:lvl3pPr marL="0" algn="ctr">
              <a:defRPr>
                <a:solidFill>
                  <a:schemeClr val="bg2"/>
                </a:solidFill>
                <a:latin typeface="+mn-lt"/>
              </a:defRPr>
            </a:lvl3pPr>
            <a:lvl4pPr marL="0" algn="ctr">
              <a:defRPr>
                <a:solidFill>
                  <a:schemeClr val="bg2"/>
                </a:solidFill>
                <a:latin typeface="+mn-lt"/>
              </a:defRPr>
            </a:lvl4pPr>
            <a:lvl5pPr marL="0" algn="ctr">
              <a:defRPr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3871F6E5-C329-DC60-D16E-21828771E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450027"/>
            <a:ext cx="7742237" cy="1813694"/>
          </a:xfrm>
        </p:spPr>
        <p:txBody>
          <a:bodyPr vert="horz" anchor="t">
            <a:noAutofit/>
          </a:bodyPr>
          <a:lstStyle>
            <a:lvl1pPr rtl="0">
              <a:lnSpc>
                <a:spcPct val="80000"/>
              </a:lnSpc>
              <a:defRPr sz="7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pic>
        <p:nvPicPr>
          <p:cNvPr id="15" name="Logo FHOOE">
            <a:extLst>
              <a:ext uri="{FF2B5EF4-FFF2-40B4-BE49-F238E27FC236}">
                <a16:creationId xmlns:a16="http://schemas.microsoft.com/office/drawing/2014/main" id="{E1B64286-F9E3-7927-F90D-655BF590E00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8514966" y="375397"/>
            <a:ext cx="3340800" cy="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54638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folie - 1 Per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C7C630D-C2F7-05BB-E6B7-A07F645CBC6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72592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C7C630D-C2F7-05BB-E6B7-A07F645CBC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C5325622-8133-C0C8-DED5-18CF589973AD}"/>
              </a:ext>
            </a:extLst>
          </p:cNvPr>
          <p:cNvSpPr/>
          <p:nvPr userDrawn="1"/>
        </p:nvSpPr>
        <p:spPr>
          <a:xfrm>
            <a:off x="0" y="0"/>
            <a:ext cx="8298756" cy="252036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00" dirty="0" err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3871F6E5-C329-DC60-D16E-21828771E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450027"/>
            <a:ext cx="7742237" cy="1813694"/>
          </a:xfrm>
        </p:spPr>
        <p:txBody>
          <a:bodyPr vert="horz" anchor="ctr">
            <a:noAutofit/>
          </a:bodyPr>
          <a:lstStyle>
            <a:lvl1pPr rtl="0">
              <a:lnSpc>
                <a:spcPct val="80000"/>
              </a:lnSpc>
              <a:defRPr sz="7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64C313AA-5F82-8336-0FE2-224F57DF28C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38913" y="3656862"/>
            <a:ext cx="1029878" cy="1029879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4461FB7C-A42C-9ED6-B8FC-FB70A482B5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48026" y="4794305"/>
            <a:ext cx="4076701" cy="298450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14" name="Textplatzhalter 12">
            <a:extLst>
              <a:ext uri="{FF2B5EF4-FFF2-40B4-BE49-F238E27FC236}">
                <a16:creationId xmlns:a16="http://schemas.microsoft.com/office/drawing/2014/main" id="{EB8A33C1-3C0E-E810-AED0-087AC0E8106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026" y="5189064"/>
            <a:ext cx="4076701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Position</a:t>
            </a:r>
          </a:p>
        </p:txBody>
      </p:sp>
      <p:sp>
        <p:nvSpPr>
          <p:cNvPr id="16" name="Textplatzhalter 12">
            <a:extLst>
              <a:ext uri="{FF2B5EF4-FFF2-40B4-BE49-F238E27FC236}">
                <a16:creationId xmlns:a16="http://schemas.microsoft.com/office/drawing/2014/main" id="{B484400D-1338-EFEA-9A62-B96F38A86A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44890" y="5983244"/>
            <a:ext cx="3779837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Email Adresse</a:t>
            </a:r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F5A385C0-8056-1514-654A-ADF5219B2A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44890" y="5595077"/>
            <a:ext cx="3779837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Telefonnummer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D435A1A5-4E88-BA69-9810-9B28620F1CDE}"/>
              </a:ext>
            </a:extLst>
          </p:cNvPr>
          <p:cNvSpPr txBox="1"/>
          <p:nvPr userDrawn="1"/>
        </p:nvSpPr>
        <p:spPr>
          <a:xfrm>
            <a:off x="341313" y="3612572"/>
            <a:ext cx="6197600" cy="24314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de-DE" sz="2000" b="1" i="0" dirty="0">
                <a:solidFill>
                  <a:schemeClr val="tx1"/>
                </a:solidFill>
                <a:effectLst/>
                <a:latin typeface="+mn-lt"/>
              </a:rPr>
              <a:t>FH Oberösterreich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University </a:t>
            </a:r>
            <a:r>
              <a:rPr lang="de-DE" sz="2000" b="0" i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 Applied Sciences Upper Austria</a:t>
            </a:r>
            <a:br>
              <a:rPr lang="de-DE" dirty="0">
                <a:solidFill>
                  <a:schemeClr val="tx1"/>
                </a:solidFill>
                <a:latin typeface="+mn-lt"/>
              </a:rPr>
            </a:br>
            <a:br>
              <a:rPr lang="de-DE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 err="1">
                <a:solidFill>
                  <a:schemeClr val="tx1"/>
                </a:solidFill>
                <a:effectLst/>
                <a:latin typeface="+mn-lt"/>
              </a:rPr>
              <a:t>Roseggerstraße</a:t>
            </a: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 15, 4600 Wels, Austria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T +43 5 0804 10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F +43 5 0804 11900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E </a:t>
            </a:r>
            <a:r>
              <a:rPr lang="de-DE" sz="2000" b="0" i="0" u="sng" dirty="0">
                <a:solidFill>
                  <a:schemeClr val="tx1"/>
                </a:solidFill>
                <a:effectLst/>
                <a:latin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info@fh-ooe.at</a:t>
            </a:r>
            <a:endParaRPr lang="de-DE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CBE447FF-CD8F-7C19-BA37-A5DCDEECBAFF}"/>
              </a:ext>
            </a:extLst>
          </p:cNvPr>
          <p:cNvSpPr txBox="1"/>
          <p:nvPr userDrawn="1"/>
        </p:nvSpPr>
        <p:spPr>
          <a:xfrm>
            <a:off x="6548026" y="5590414"/>
            <a:ext cx="239714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de-DE" sz="2000" dirty="0">
                <a:solidFill>
                  <a:schemeClr val="tx1"/>
                </a:solidFill>
                <a:latin typeface="+mn-lt"/>
              </a:rPr>
              <a:t>T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7D52B193-19AE-0408-BE62-A364FB52D61F}"/>
              </a:ext>
            </a:extLst>
          </p:cNvPr>
          <p:cNvSpPr txBox="1"/>
          <p:nvPr userDrawn="1"/>
        </p:nvSpPr>
        <p:spPr>
          <a:xfrm>
            <a:off x="6548026" y="5978581"/>
            <a:ext cx="239714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de-DE" sz="2000" dirty="0">
                <a:solidFill>
                  <a:schemeClr val="tx1"/>
                </a:solidFill>
                <a:latin typeface="+mn-lt"/>
              </a:rPr>
              <a:t>E</a:t>
            </a:r>
          </a:p>
        </p:txBody>
      </p:sp>
      <p:pic>
        <p:nvPicPr>
          <p:cNvPr id="6" name="Grafik 5" descr="Ein Bild, das Text, Schrift, Symbol, Logo enthält.&#10;&#10;Automatisch generierte Beschreibung">
            <a:extLst>
              <a:ext uri="{FF2B5EF4-FFF2-40B4-BE49-F238E27FC236}">
                <a16:creationId xmlns:a16="http://schemas.microsoft.com/office/drawing/2014/main" id="{2CFF4CC4-0D7A-9EE2-D8C0-A4D1606AC96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4348" y="352696"/>
            <a:ext cx="3342690" cy="102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79907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folie - 2 Person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C7C630D-C2F7-05BB-E6B7-A07F645CBC6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05417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00" imgH="501" progId="TCLayout.ActiveDocument.1">
                  <p:embed/>
                </p:oleObj>
              </mc:Choice>
              <mc:Fallback>
                <p:oleObj name="think-cell Folie" r:id="rId3" imgW="500" imgH="501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C7C630D-C2F7-05BB-E6B7-A07F645CBC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hteck 20">
            <a:extLst>
              <a:ext uri="{FF2B5EF4-FFF2-40B4-BE49-F238E27FC236}">
                <a16:creationId xmlns:a16="http://schemas.microsoft.com/office/drawing/2014/main" id="{6856D632-4945-06BE-77A5-51EBBDA5A4E8}"/>
              </a:ext>
            </a:extLst>
          </p:cNvPr>
          <p:cNvSpPr/>
          <p:nvPr userDrawn="1"/>
        </p:nvSpPr>
        <p:spPr>
          <a:xfrm>
            <a:off x="0" y="0"/>
            <a:ext cx="8298756" cy="252036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00" dirty="0" err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3871F6E5-C329-DC60-D16E-21828771E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450027"/>
            <a:ext cx="7742237" cy="1813694"/>
          </a:xfrm>
        </p:spPr>
        <p:txBody>
          <a:bodyPr vert="horz" anchor="ctr">
            <a:noAutofit/>
          </a:bodyPr>
          <a:lstStyle>
            <a:lvl1pPr rtl="0">
              <a:lnSpc>
                <a:spcPct val="80000"/>
              </a:lnSpc>
              <a:defRPr sz="7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64C313AA-5F82-8336-0FE2-224F57DF28C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41148" y="3306187"/>
            <a:ext cx="1029878" cy="1029879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4461FB7C-A42C-9ED6-B8FC-FB70A482B5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67765" y="4443630"/>
            <a:ext cx="3649463" cy="298450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14" name="Textplatzhalter 12">
            <a:extLst>
              <a:ext uri="{FF2B5EF4-FFF2-40B4-BE49-F238E27FC236}">
                <a16:creationId xmlns:a16="http://schemas.microsoft.com/office/drawing/2014/main" id="{EB8A33C1-3C0E-E810-AED0-087AC0E8106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67765" y="4838389"/>
            <a:ext cx="3649463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Position</a:t>
            </a:r>
          </a:p>
        </p:txBody>
      </p:sp>
      <p:sp>
        <p:nvSpPr>
          <p:cNvPr id="16" name="Textplatzhalter 12">
            <a:extLst>
              <a:ext uri="{FF2B5EF4-FFF2-40B4-BE49-F238E27FC236}">
                <a16:creationId xmlns:a16="http://schemas.microsoft.com/office/drawing/2014/main" id="{B484400D-1338-EFEA-9A62-B96F38A86A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47125" y="5632569"/>
            <a:ext cx="3370103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Email Adresse</a:t>
            </a:r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F5A385C0-8056-1514-654A-ADF5219B2A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7125" y="5244402"/>
            <a:ext cx="3370103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Telefonnummer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D435A1A5-4E88-BA69-9810-9B28620F1CDE}"/>
              </a:ext>
            </a:extLst>
          </p:cNvPr>
          <p:cNvSpPr txBox="1"/>
          <p:nvPr userDrawn="1"/>
        </p:nvSpPr>
        <p:spPr>
          <a:xfrm>
            <a:off x="341313" y="3261737"/>
            <a:ext cx="2846387" cy="30469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de-DE" sz="2000" b="1" i="0" dirty="0">
                <a:solidFill>
                  <a:schemeClr val="tx1"/>
                </a:solidFill>
                <a:effectLst/>
                <a:latin typeface="+mn-lt"/>
              </a:rPr>
              <a:t>FH Oberösterreich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University </a:t>
            </a:r>
            <a:r>
              <a:rPr lang="de-DE" sz="2000" b="0" i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 Applied Sciences Upper Austria</a:t>
            </a:r>
            <a:br>
              <a:rPr lang="de-DE" dirty="0">
                <a:solidFill>
                  <a:schemeClr val="tx1"/>
                </a:solidFill>
                <a:latin typeface="+mn-lt"/>
              </a:rPr>
            </a:br>
            <a:br>
              <a:rPr lang="de-DE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 err="1">
                <a:solidFill>
                  <a:schemeClr val="tx1"/>
                </a:solidFill>
                <a:effectLst/>
                <a:latin typeface="+mn-lt"/>
              </a:rPr>
              <a:t>Roseggerstraße</a:t>
            </a: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 15, 4600 Wels, Austria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T +43 5 0804 10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F +43 5 0804 11900</a:t>
            </a:r>
            <a:br>
              <a:rPr lang="de-DE" sz="2000" dirty="0">
                <a:solidFill>
                  <a:schemeClr val="tx1"/>
                </a:solidFill>
                <a:latin typeface="+mn-lt"/>
              </a:rPr>
            </a:br>
            <a:r>
              <a:rPr lang="de-DE" sz="2000" b="0" i="0" dirty="0">
                <a:solidFill>
                  <a:schemeClr val="tx1"/>
                </a:solidFill>
                <a:effectLst/>
                <a:latin typeface="+mn-lt"/>
              </a:rPr>
              <a:t>E </a:t>
            </a:r>
            <a:r>
              <a:rPr lang="de-DE" sz="2000" b="0" i="0" u="sng" dirty="0">
                <a:solidFill>
                  <a:schemeClr val="tx1"/>
                </a:solidFill>
                <a:effectLst/>
                <a:latin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info@fh-ooe.at</a:t>
            </a:r>
            <a:endParaRPr lang="de-DE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CBE447FF-CD8F-7C19-BA37-A5DCDEECBAFF}"/>
              </a:ext>
            </a:extLst>
          </p:cNvPr>
          <p:cNvSpPr txBox="1"/>
          <p:nvPr userDrawn="1"/>
        </p:nvSpPr>
        <p:spPr>
          <a:xfrm>
            <a:off x="3750261" y="5239739"/>
            <a:ext cx="239714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de-DE" sz="2000" dirty="0">
                <a:solidFill>
                  <a:schemeClr val="tx1"/>
                </a:solidFill>
                <a:latin typeface="+mn-lt"/>
              </a:rPr>
              <a:t>T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7D52B193-19AE-0408-BE62-A364FB52D61F}"/>
              </a:ext>
            </a:extLst>
          </p:cNvPr>
          <p:cNvSpPr txBox="1"/>
          <p:nvPr userDrawn="1"/>
        </p:nvSpPr>
        <p:spPr>
          <a:xfrm>
            <a:off x="3750261" y="5627906"/>
            <a:ext cx="239714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de-DE" sz="2000" dirty="0">
                <a:solidFill>
                  <a:schemeClr val="tx1"/>
                </a:solidFill>
                <a:latin typeface="+mn-lt"/>
              </a:rPr>
              <a:t>E</a:t>
            </a:r>
          </a:p>
        </p:txBody>
      </p:sp>
      <p:sp>
        <p:nvSpPr>
          <p:cNvPr id="2" name="Bildplatzhalter 9">
            <a:extLst>
              <a:ext uri="{FF2B5EF4-FFF2-40B4-BE49-F238E27FC236}">
                <a16:creationId xmlns:a16="http://schemas.microsoft.com/office/drawing/2014/main" id="{52B9AEB2-2B74-010B-5062-94D89EA4220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00027" y="3306187"/>
            <a:ext cx="1029878" cy="1029879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" name="Textplatzhalter 12">
            <a:extLst>
              <a:ext uri="{FF2B5EF4-FFF2-40B4-BE49-F238E27FC236}">
                <a16:creationId xmlns:a16="http://schemas.microsoft.com/office/drawing/2014/main" id="{E2E1F07C-C824-4E3F-6BA5-4ADF2D25AB3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09141" y="4443630"/>
            <a:ext cx="3685958" cy="298450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4" name="Textplatzhalter 12">
            <a:extLst>
              <a:ext uri="{FF2B5EF4-FFF2-40B4-BE49-F238E27FC236}">
                <a16:creationId xmlns:a16="http://schemas.microsoft.com/office/drawing/2014/main" id="{A3C2CEA0-EAC3-9DCF-C0DD-C5A6DA6D4C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09141" y="4838389"/>
            <a:ext cx="3685958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Position</a:t>
            </a:r>
          </a:p>
        </p:txBody>
      </p:sp>
      <p:sp>
        <p:nvSpPr>
          <p:cNvPr id="5" name="Textplatzhalter 12">
            <a:extLst>
              <a:ext uri="{FF2B5EF4-FFF2-40B4-BE49-F238E27FC236}">
                <a16:creationId xmlns:a16="http://schemas.microsoft.com/office/drawing/2014/main" id="{9D2AFBEF-B44B-9A0F-0A10-6DC8E68FD5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06004" y="5632569"/>
            <a:ext cx="3389095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Email Adresse</a:t>
            </a:r>
          </a:p>
        </p:txBody>
      </p: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C9BCB491-BE82-2178-C2DA-30BCB021C99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06004" y="5244402"/>
            <a:ext cx="3389095" cy="298450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Telefonnummer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C15282D-6F51-F434-584B-8E3D6ABA2B25}"/>
              </a:ext>
            </a:extLst>
          </p:cNvPr>
          <p:cNvSpPr txBox="1"/>
          <p:nvPr userDrawn="1"/>
        </p:nvSpPr>
        <p:spPr>
          <a:xfrm>
            <a:off x="8009140" y="5239739"/>
            <a:ext cx="239714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de-DE" sz="2000" dirty="0">
                <a:solidFill>
                  <a:schemeClr val="tx1"/>
                </a:solidFill>
                <a:latin typeface="+mn-lt"/>
              </a:rPr>
              <a:t>T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CAD356A-F9E8-D3DA-E529-60EB6C0C1540}"/>
              </a:ext>
            </a:extLst>
          </p:cNvPr>
          <p:cNvSpPr txBox="1"/>
          <p:nvPr userDrawn="1"/>
        </p:nvSpPr>
        <p:spPr>
          <a:xfrm>
            <a:off x="8009140" y="5627906"/>
            <a:ext cx="239714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de-DE" sz="2000" dirty="0">
                <a:solidFill>
                  <a:schemeClr val="tx1"/>
                </a:solidFill>
                <a:latin typeface="+mn-lt"/>
              </a:rPr>
              <a:t>E</a:t>
            </a:r>
          </a:p>
        </p:txBody>
      </p:sp>
      <p:pic>
        <p:nvPicPr>
          <p:cNvPr id="12" name="Grafik 11" descr="Ein Bild, das Text, Schrift, Symbol, Logo enthält.&#10;&#10;Automatisch generierte Beschreibung">
            <a:extLst>
              <a:ext uri="{FF2B5EF4-FFF2-40B4-BE49-F238E27FC236}">
                <a16:creationId xmlns:a16="http://schemas.microsoft.com/office/drawing/2014/main" id="{DA4BF08D-85EB-E557-3775-AE676246EDA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4348" y="352696"/>
            <a:ext cx="3342690" cy="102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272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Relationship Id="rId30" Type="http://schemas.openxmlformats.org/officeDocument/2006/relationships/image" Target="../media/image1.emf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ags" Target="../tags/tag28.xml"/><Relationship Id="rId17" Type="http://schemas.openxmlformats.org/officeDocument/2006/relationships/image" Target="../media/image4.svg"/><Relationship Id="rId2" Type="http://schemas.openxmlformats.org/officeDocument/2006/relationships/slideLayout" Target="../slideLayouts/slideLayout28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31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ags" Target="../tags/tag39.xml"/><Relationship Id="rId17" Type="http://schemas.openxmlformats.org/officeDocument/2006/relationships/image" Target="../media/image4.svg"/><Relationship Id="rId2" Type="http://schemas.openxmlformats.org/officeDocument/2006/relationships/slideLayout" Target="../slideLayouts/slideLayout38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41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1.em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ags" Target="../tags/tag50.xml"/><Relationship Id="rId17" Type="http://schemas.openxmlformats.org/officeDocument/2006/relationships/image" Target="../media/image4.svg"/><Relationship Id="rId2" Type="http://schemas.openxmlformats.org/officeDocument/2006/relationships/slideLayout" Target="../slideLayouts/slideLayout48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51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image" Target="../media/image1.emf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tags" Target="../tags/tag61.xml"/><Relationship Id="rId17" Type="http://schemas.openxmlformats.org/officeDocument/2006/relationships/image" Target="../media/image4.svg"/><Relationship Id="rId2" Type="http://schemas.openxmlformats.org/officeDocument/2006/relationships/slideLayout" Target="../slideLayouts/slideLayout58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61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724201F-CD9E-EFA1-5411-1F35359DAAA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8"/>
            </p:custDataLst>
            <p:extLst>
              <p:ext uri="{D42A27DB-BD31-4B8C-83A1-F6EECF244321}">
                <p14:modId xmlns:p14="http://schemas.microsoft.com/office/powerpoint/2010/main" val="20633903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9" imgW="500" imgH="501" progId="TCLayout.ActiveDocument.1">
                  <p:embed/>
                </p:oleObj>
              </mc:Choice>
              <mc:Fallback>
                <p:oleObj name="think-cell Folie" r:id="rId29" imgW="500" imgH="5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C74C6FE-0F4D-8319-457A-C63FEB235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484314"/>
            <a:ext cx="11522075" cy="48244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</p:txBody>
      </p:sp>
      <p:sp>
        <p:nvSpPr>
          <p:cNvPr id="7" name="Titelplatzhalter 6">
            <a:extLst>
              <a:ext uri="{FF2B5EF4-FFF2-40B4-BE49-F238E27FC236}">
                <a16:creationId xmlns:a16="http://schemas.microsoft.com/office/drawing/2014/main" id="{80259F05-F73F-E85D-C17F-361FC62AE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812" y="273685"/>
            <a:ext cx="10591791" cy="62483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758F6339-9525-674A-A387-9074C2D393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810E407D-DF5D-00A6-62E0-EFC1AF503F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7" r:id="rId1"/>
    <p:sldLayoutId id="2147483972" r:id="rId2"/>
    <p:sldLayoutId id="2147483963" r:id="rId3"/>
    <p:sldLayoutId id="2147483965" r:id="rId4"/>
    <p:sldLayoutId id="2147483980" r:id="rId5"/>
    <p:sldLayoutId id="2147483697" r:id="rId6"/>
    <p:sldLayoutId id="2147483964" r:id="rId7"/>
    <p:sldLayoutId id="2147483673" r:id="rId8"/>
    <p:sldLayoutId id="2147483966" r:id="rId9"/>
    <p:sldLayoutId id="2147483967" r:id="rId10"/>
    <p:sldLayoutId id="2147483958" r:id="rId11"/>
    <p:sldLayoutId id="2147483716" r:id="rId12"/>
    <p:sldLayoutId id="2147483973" r:id="rId13"/>
    <p:sldLayoutId id="2147483707" r:id="rId14"/>
    <p:sldLayoutId id="2147483969" r:id="rId15"/>
    <p:sldLayoutId id="2147483970" r:id="rId16"/>
    <p:sldLayoutId id="2147483674" r:id="rId17"/>
    <p:sldLayoutId id="2147483675" r:id="rId18"/>
    <p:sldLayoutId id="2147483692" r:id="rId19"/>
    <p:sldLayoutId id="2147483666" r:id="rId20"/>
    <p:sldLayoutId id="2147483976" r:id="rId21"/>
    <p:sldLayoutId id="2147484007" r:id="rId22"/>
    <p:sldLayoutId id="2147483667" r:id="rId23"/>
    <p:sldLayoutId id="2147483668" r:id="rId24"/>
    <p:sldLayoutId id="2147483978" r:id="rId25"/>
    <p:sldLayoutId id="2147483979" r:id="rId26"/>
  </p:sldLayoutIdLst>
  <p:hf hdr="0" dt="0"/>
  <p:txStyles>
    <p:titleStyle>
      <a:lvl1pPr rtl="0" eaLnBrk="1" hangingPunct="1">
        <a:defRPr sz="36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66700" indent="-266700" rtl="0" eaLnBrk="1" hangingPunct="1">
        <a:spcAft>
          <a:spcPts val="600"/>
        </a:spcAft>
        <a:buFontTx/>
        <a:buBlip>
          <a:blip r:embed="rId31"/>
        </a:buBlip>
        <a:defRPr sz="1600">
          <a:latin typeface="+mn-lt"/>
          <a:ea typeface="+mn-ea"/>
          <a:cs typeface="+mn-cs"/>
        </a:defRPr>
      </a:lvl1pPr>
      <a:lvl2pPr marL="450850" indent="-184150" rtl="0" eaLnBrk="1" hangingPunct="1">
        <a:spcAft>
          <a:spcPts val="600"/>
        </a:spcAft>
        <a:buFont typeface="Arial" panose="020B0604020202020204" pitchFamily="34" charset="0"/>
        <a:buChar char="•"/>
        <a:defRPr sz="1600">
          <a:latin typeface="+mn-lt"/>
          <a:ea typeface="+mn-ea"/>
          <a:cs typeface="+mn-cs"/>
        </a:defRPr>
      </a:lvl2pPr>
      <a:lvl3pPr marL="628650" indent="-177800" rtl="0" eaLnBrk="1" hangingPunct="1">
        <a:spcAft>
          <a:spcPts val="600"/>
        </a:spcAft>
        <a:buFont typeface="Symbol" panose="05050102010706020507" pitchFamily="18" charset="2"/>
        <a:buChar char="-"/>
        <a:defRPr sz="1600">
          <a:latin typeface="+mn-lt"/>
          <a:ea typeface="+mn-ea"/>
          <a:cs typeface="+mn-cs"/>
        </a:defRPr>
      </a:lvl3pPr>
      <a:lvl4pPr marL="266700" indent="-266700" rtl="0" eaLnBrk="1" hangingPunct="1">
        <a:spcAft>
          <a:spcPts val="600"/>
        </a:spcAft>
        <a:buFontTx/>
        <a:buBlip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</a:buBlip>
        <a:defRPr sz="1600" b="0">
          <a:latin typeface="+mn-lt"/>
          <a:ea typeface="+mn-ea"/>
          <a:cs typeface="+mn-cs"/>
        </a:defRPr>
      </a:lvl4pPr>
      <a:lvl5pPr marL="0" indent="0" rtl="0" eaLnBrk="1" hangingPunct="1">
        <a:spcAft>
          <a:spcPts val="600"/>
        </a:spcAft>
        <a:buFont typeface="Arial" panose="020B0604020202020204" pitchFamily="34" charset="0"/>
        <a:buNone/>
        <a:defRPr sz="1600" b="1">
          <a:solidFill>
            <a:schemeClr val="accent1"/>
          </a:solidFill>
          <a:latin typeface="+mn-lt"/>
          <a:ea typeface="+mn-ea"/>
          <a:cs typeface="+mn-cs"/>
        </a:defRPr>
      </a:lvl5pPr>
      <a:lvl6pPr marL="0" indent="0" rtl="0" eaLnBrk="1" hangingPunct="1">
        <a:spcAft>
          <a:spcPts val="600"/>
        </a:spcAft>
        <a:defRPr sz="1600" b="1">
          <a:solidFill>
            <a:schemeClr val="tx1"/>
          </a:solidFill>
          <a:latin typeface="+mn-lt"/>
          <a:ea typeface="+mn-ea"/>
          <a:cs typeface="+mn-cs"/>
        </a:defRPr>
      </a:lvl6pPr>
      <a:lvl7pPr marL="0" indent="0" eaLnBrk="1" hangingPunct="1">
        <a:spcAft>
          <a:spcPts val="600"/>
        </a:spcAft>
        <a:defRPr sz="1600" b="1">
          <a:solidFill>
            <a:schemeClr val="accent1"/>
          </a:solidFill>
          <a:latin typeface="+mn-lt"/>
          <a:ea typeface="+mn-ea"/>
          <a:cs typeface="+mn-cs"/>
        </a:defRPr>
      </a:lvl7pPr>
      <a:lvl8pPr marL="1940723" eaLnBrk="1" hangingPunct="1">
        <a:defRPr>
          <a:latin typeface="+mn-lt"/>
          <a:ea typeface="+mn-ea"/>
          <a:cs typeface="+mn-cs"/>
        </a:defRPr>
      </a:lvl8pPr>
      <a:lvl9pPr marL="2217969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277246" eaLnBrk="1" hangingPunct="1">
        <a:defRPr>
          <a:latin typeface="+mn-lt"/>
          <a:ea typeface="+mn-ea"/>
          <a:cs typeface="+mn-cs"/>
        </a:defRPr>
      </a:lvl2pPr>
      <a:lvl3pPr marL="554492" eaLnBrk="1" hangingPunct="1">
        <a:defRPr>
          <a:latin typeface="+mn-lt"/>
          <a:ea typeface="+mn-ea"/>
          <a:cs typeface="+mn-cs"/>
        </a:defRPr>
      </a:lvl3pPr>
      <a:lvl4pPr marL="831738" eaLnBrk="1" hangingPunct="1">
        <a:defRPr>
          <a:latin typeface="+mn-lt"/>
          <a:ea typeface="+mn-ea"/>
          <a:cs typeface="+mn-cs"/>
        </a:defRPr>
      </a:lvl4pPr>
      <a:lvl5pPr marL="1108984" eaLnBrk="1" hangingPunct="1">
        <a:defRPr>
          <a:latin typeface="+mn-lt"/>
          <a:ea typeface="+mn-ea"/>
          <a:cs typeface="+mn-cs"/>
        </a:defRPr>
      </a:lvl5pPr>
      <a:lvl6pPr marL="1386230" eaLnBrk="1" hangingPunct="1">
        <a:defRPr>
          <a:latin typeface="+mn-lt"/>
          <a:ea typeface="+mn-ea"/>
          <a:cs typeface="+mn-cs"/>
        </a:defRPr>
      </a:lvl6pPr>
      <a:lvl7pPr marL="1663476" eaLnBrk="1" hangingPunct="1">
        <a:defRPr>
          <a:latin typeface="+mn-lt"/>
          <a:ea typeface="+mn-ea"/>
          <a:cs typeface="+mn-cs"/>
        </a:defRPr>
      </a:lvl7pPr>
      <a:lvl8pPr marL="1940723" eaLnBrk="1" hangingPunct="1">
        <a:defRPr>
          <a:latin typeface="+mn-lt"/>
          <a:ea typeface="+mn-ea"/>
          <a:cs typeface="+mn-cs"/>
        </a:defRPr>
      </a:lvl8pPr>
      <a:lvl9pPr marL="2217969" eaLnBrk="1" hangingPunct="1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11" userDrawn="1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566" userDrawn="1">
          <p15:clr>
            <a:srgbClr val="F26B43"/>
          </p15:clr>
        </p15:guide>
        <p15:guide id="7" orient="horz" pos="935" userDrawn="1">
          <p15:clr>
            <a:srgbClr val="F26B43"/>
          </p15:clr>
        </p15:guide>
        <p15:guide id="8" orient="horz" pos="413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724201F-CD9E-EFA1-5411-1F35359DAAA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20633903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3" imgW="500" imgH="501" progId="TCLayout.ActiveDocument.1">
                  <p:embed/>
                </p:oleObj>
              </mc:Choice>
              <mc:Fallback>
                <p:oleObj name="think-cell Folie" r:id="rId13" imgW="500" imgH="501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724201F-CD9E-EFA1-5411-1F35359DAA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C74C6FE-0F4D-8319-457A-C63FEB235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484314"/>
            <a:ext cx="11522075" cy="48244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</p:txBody>
      </p:sp>
      <p:sp>
        <p:nvSpPr>
          <p:cNvPr id="7" name="Titelplatzhalter 6">
            <a:extLst>
              <a:ext uri="{FF2B5EF4-FFF2-40B4-BE49-F238E27FC236}">
                <a16:creationId xmlns:a16="http://schemas.microsoft.com/office/drawing/2014/main" id="{80259F05-F73F-E85D-C17F-361FC62AE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812" y="273685"/>
            <a:ext cx="10591791" cy="62483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758F6339-9525-674A-A387-9074C2D393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810E407D-DF5D-00A6-62E0-EFC1AF503F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34849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2" r:id="rId1"/>
    <p:sldLayoutId id="2147483983" r:id="rId2"/>
    <p:sldLayoutId id="2147483993" r:id="rId3"/>
    <p:sldLayoutId id="2147483997" r:id="rId4"/>
    <p:sldLayoutId id="2147483998" r:id="rId5"/>
    <p:sldLayoutId id="2147483999" r:id="rId6"/>
    <p:sldLayoutId id="2147484000" r:id="rId7"/>
    <p:sldLayoutId id="2147484004" r:id="rId8"/>
    <p:sldLayoutId id="2147484005" r:id="rId9"/>
    <p:sldLayoutId id="2147484006" r:id="rId10"/>
  </p:sldLayoutIdLst>
  <p:hf hdr="0" dt="0"/>
  <p:txStyles>
    <p:titleStyle>
      <a:lvl1pPr rtl="0">
        <a:defRPr sz="36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66700" indent="-266700" rtl="0">
        <a:spcAft>
          <a:spcPts val="600"/>
        </a:spcAft>
        <a:buFontTx/>
        <a:buBlip>
          <a:blip r:embed="rId15"/>
        </a:buBlip>
        <a:defRPr sz="1600">
          <a:latin typeface="+mn-lt"/>
          <a:ea typeface="+mn-ea"/>
          <a:cs typeface="+mn-cs"/>
        </a:defRPr>
      </a:lvl1pPr>
      <a:lvl2pPr marL="450850" indent="-184150" rtl="0">
        <a:spcAft>
          <a:spcPts val="600"/>
        </a:spcAft>
        <a:buFont typeface="Arial" panose="020B0604020202020204" pitchFamily="34" charset="0"/>
        <a:buChar char="•"/>
        <a:defRPr sz="1600">
          <a:latin typeface="+mn-lt"/>
          <a:ea typeface="+mn-ea"/>
          <a:cs typeface="+mn-cs"/>
        </a:defRPr>
      </a:lvl2pPr>
      <a:lvl3pPr marL="628650" indent="-177800" rtl="0">
        <a:spcAft>
          <a:spcPts val="600"/>
        </a:spcAft>
        <a:buFont typeface="Symbol" panose="05050102010706020507" pitchFamily="18" charset="2"/>
        <a:buChar char="-"/>
        <a:defRPr sz="1600">
          <a:latin typeface="+mn-lt"/>
          <a:ea typeface="+mn-ea"/>
          <a:cs typeface="+mn-cs"/>
        </a:defRPr>
      </a:lvl3pPr>
      <a:lvl4pPr marL="266700" indent="-266700" rtl="0">
        <a:spcAft>
          <a:spcPts val="600"/>
        </a:spcAft>
        <a:buFontTx/>
        <a:buBlip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</a:buBlip>
        <a:defRPr sz="1600" b="0">
          <a:latin typeface="+mn-lt"/>
          <a:ea typeface="+mn-ea"/>
          <a:cs typeface="+mn-cs"/>
        </a:defRPr>
      </a:lvl4pPr>
      <a:lvl5pPr marL="0" indent="0" rtl="0">
        <a:spcAft>
          <a:spcPts val="600"/>
        </a:spcAft>
        <a:buFont typeface="Arial" panose="020B0604020202020204" pitchFamily="34" charset="0"/>
        <a:buNone/>
        <a:defRPr sz="1600" b="1">
          <a:solidFill>
            <a:schemeClr val="accent1"/>
          </a:solidFill>
          <a:latin typeface="+mn-lt"/>
          <a:ea typeface="+mn-ea"/>
          <a:cs typeface="+mn-cs"/>
        </a:defRPr>
      </a:lvl5pPr>
      <a:lvl6pPr marL="0" indent="0" rtl="0">
        <a:spcAft>
          <a:spcPts val="600"/>
        </a:spcAft>
        <a:defRPr sz="1600" b="1">
          <a:solidFill>
            <a:schemeClr val="tx1"/>
          </a:solidFill>
          <a:latin typeface="+mn-lt"/>
          <a:ea typeface="+mn-ea"/>
          <a:cs typeface="+mn-cs"/>
        </a:defRPr>
      </a:lvl6pPr>
      <a:lvl7pPr marL="0" indent="0">
        <a:spcAft>
          <a:spcPts val="600"/>
        </a:spcAft>
        <a:defRPr sz="1600" b="1">
          <a:solidFill>
            <a:schemeClr val="accent1"/>
          </a:solidFill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11" userDrawn="1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566" userDrawn="1">
          <p15:clr>
            <a:srgbClr val="F26B43"/>
          </p15:clr>
        </p15:guide>
        <p15:guide id="7" orient="horz" pos="935" userDrawn="1">
          <p15:clr>
            <a:srgbClr val="F26B43"/>
          </p15:clr>
        </p15:guide>
        <p15:guide id="8" orient="horz" pos="4133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724201F-CD9E-EFA1-5411-1F35359DAAA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20633903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3" imgW="500" imgH="501" progId="TCLayout.ActiveDocument.1">
                  <p:embed/>
                </p:oleObj>
              </mc:Choice>
              <mc:Fallback>
                <p:oleObj name="think-cell Folie" r:id="rId13" imgW="500" imgH="501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724201F-CD9E-EFA1-5411-1F35359DAA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C74C6FE-0F4D-8319-457A-C63FEB235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484314"/>
            <a:ext cx="11522075" cy="48244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</p:txBody>
      </p:sp>
      <p:sp>
        <p:nvSpPr>
          <p:cNvPr id="7" name="Titelplatzhalter 6">
            <a:extLst>
              <a:ext uri="{FF2B5EF4-FFF2-40B4-BE49-F238E27FC236}">
                <a16:creationId xmlns:a16="http://schemas.microsoft.com/office/drawing/2014/main" id="{80259F05-F73F-E85D-C17F-361FC62AE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812" y="273685"/>
            <a:ext cx="10591791" cy="62483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758F6339-9525-674A-A387-9074C2D393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810E407D-DF5D-00A6-62E0-EFC1AF503F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29460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</p:sldLayoutIdLst>
  <p:hf hdr="0" dt="0"/>
  <p:txStyles>
    <p:titleStyle>
      <a:lvl1pPr rtl="0">
        <a:defRPr sz="36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66700" indent="-266700" rtl="0">
        <a:spcAft>
          <a:spcPts val="600"/>
        </a:spcAft>
        <a:buFontTx/>
        <a:buBlip>
          <a:blip r:embed="rId15"/>
        </a:buBlip>
        <a:defRPr sz="1600">
          <a:latin typeface="+mn-lt"/>
          <a:ea typeface="+mn-ea"/>
          <a:cs typeface="+mn-cs"/>
        </a:defRPr>
      </a:lvl1pPr>
      <a:lvl2pPr marL="450850" indent="-184150" rtl="0">
        <a:spcAft>
          <a:spcPts val="600"/>
        </a:spcAft>
        <a:buFont typeface="Arial" panose="020B0604020202020204" pitchFamily="34" charset="0"/>
        <a:buChar char="•"/>
        <a:defRPr sz="1600">
          <a:latin typeface="+mn-lt"/>
          <a:ea typeface="+mn-ea"/>
          <a:cs typeface="+mn-cs"/>
        </a:defRPr>
      </a:lvl2pPr>
      <a:lvl3pPr marL="628650" indent="-177800" rtl="0">
        <a:spcAft>
          <a:spcPts val="600"/>
        </a:spcAft>
        <a:buFont typeface="Symbol" panose="05050102010706020507" pitchFamily="18" charset="2"/>
        <a:buChar char="-"/>
        <a:defRPr sz="1600">
          <a:latin typeface="+mn-lt"/>
          <a:ea typeface="+mn-ea"/>
          <a:cs typeface="+mn-cs"/>
        </a:defRPr>
      </a:lvl3pPr>
      <a:lvl4pPr marL="266700" indent="-266700" rtl="0">
        <a:spcAft>
          <a:spcPts val="600"/>
        </a:spcAft>
        <a:buFontTx/>
        <a:buBlip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</a:buBlip>
        <a:defRPr sz="1600" b="0">
          <a:latin typeface="+mn-lt"/>
          <a:ea typeface="+mn-ea"/>
          <a:cs typeface="+mn-cs"/>
        </a:defRPr>
      </a:lvl4pPr>
      <a:lvl5pPr marL="0" indent="0" rtl="0">
        <a:spcAft>
          <a:spcPts val="600"/>
        </a:spcAft>
        <a:buFont typeface="Arial" panose="020B0604020202020204" pitchFamily="34" charset="0"/>
        <a:buNone/>
        <a:defRPr sz="1600" b="1">
          <a:solidFill>
            <a:schemeClr val="accent1"/>
          </a:solidFill>
          <a:latin typeface="+mn-lt"/>
          <a:ea typeface="+mn-ea"/>
          <a:cs typeface="+mn-cs"/>
        </a:defRPr>
      </a:lvl5pPr>
      <a:lvl6pPr marL="0" indent="0" rtl="0">
        <a:spcAft>
          <a:spcPts val="600"/>
        </a:spcAft>
        <a:defRPr sz="1600" b="1">
          <a:solidFill>
            <a:schemeClr val="tx1"/>
          </a:solidFill>
          <a:latin typeface="+mn-lt"/>
          <a:ea typeface="+mn-ea"/>
          <a:cs typeface="+mn-cs"/>
        </a:defRPr>
      </a:lvl6pPr>
      <a:lvl7pPr marL="0" indent="0">
        <a:spcAft>
          <a:spcPts val="600"/>
        </a:spcAft>
        <a:defRPr sz="1600" b="1">
          <a:solidFill>
            <a:schemeClr val="accent1"/>
          </a:solidFill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11" userDrawn="1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566" userDrawn="1">
          <p15:clr>
            <a:srgbClr val="F26B43"/>
          </p15:clr>
        </p15:guide>
        <p15:guide id="7" orient="horz" pos="935" userDrawn="1">
          <p15:clr>
            <a:srgbClr val="F26B43"/>
          </p15:clr>
        </p15:guide>
        <p15:guide id="8" orient="horz" pos="4133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724201F-CD9E-EFA1-5411-1F35359DAAA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20633903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3" imgW="500" imgH="501" progId="TCLayout.ActiveDocument.1">
                  <p:embed/>
                </p:oleObj>
              </mc:Choice>
              <mc:Fallback>
                <p:oleObj name="think-cell Folie" r:id="rId13" imgW="500" imgH="501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724201F-CD9E-EFA1-5411-1F35359DAA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C74C6FE-0F4D-8319-457A-C63FEB235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484314"/>
            <a:ext cx="11522075" cy="48244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</p:txBody>
      </p:sp>
      <p:sp>
        <p:nvSpPr>
          <p:cNvPr id="7" name="Titelplatzhalter 6">
            <a:extLst>
              <a:ext uri="{FF2B5EF4-FFF2-40B4-BE49-F238E27FC236}">
                <a16:creationId xmlns:a16="http://schemas.microsoft.com/office/drawing/2014/main" id="{80259F05-F73F-E85D-C17F-361FC62AE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812" y="273685"/>
            <a:ext cx="10591791" cy="62483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758F6339-9525-674A-A387-9074C2D393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810E407D-DF5D-00A6-62E0-EFC1AF503F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25718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0" r:id="rId1"/>
    <p:sldLayoutId id="2147484021" r:id="rId2"/>
    <p:sldLayoutId id="2147484022" r:id="rId3"/>
    <p:sldLayoutId id="2147484023" r:id="rId4"/>
    <p:sldLayoutId id="2147484024" r:id="rId5"/>
    <p:sldLayoutId id="2147484025" r:id="rId6"/>
    <p:sldLayoutId id="2147484026" r:id="rId7"/>
    <p:sldLayoutId id="2147484027" r:id="rId8"/>
    <p:sldLayoutId id="2147484028" r:id="rId9"/>
    <p:sldLayoutId id="2147484029" r:id="rId10"/>
  </p:sldLayoutIdLst>
  <p:hf hdr="0" dt="0"/>
  <p:txStyles>
    <p:titleStyle>
      <a:lvl1pPr rtl="0">
        <a:defRPr sz="36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66700" indent="-266700" rtl="0">
        <a:spcAft>
          <a:spcPts val="600"/>
        </a:spcAft>
        <a:buFontTx/>
        <a:buBlip>
          <a:blip r:embed="rId15"/>
        </a:buBlip>
        <a:defRPr sz="1600">
          <a:latin typeface="+mn-lt"/>
          <a:ea typeface="+mn-ea"/>
          <a:cs typeface="+mn-cs"/>
        </a:defRPr>
      </a:lvl1pPr>
      <a:lvl2pPr marL="450850" indent="-184150" rtl="0">
        <a:spcAft>
          <a:spcPts val="600"/>
        </a:spcAft>
        <a:buFont typeface="Arial" panose="020B0604020202020204" pitchFamily="34" charset="0"/>
        <a:buChar char="•"/>
        <a:defRPr sz="1600">
          <a:latin typeface="+mn-lt"/>
          <a:ea typeface="+mn-ea"/>
          <a:cs typeface="+mn-cs"/>
        </a:defRPr>
      </a:lvl2pPr>
      <a:lvl3pPr marL="628650" indent="-177800" rtl="0">
        <a:spcAft>
          <a:spcPts val="600"/>
        </a:spcAft>
        <a:buFont typeface="Symbol" panose="05050102010706020507" pitchFamily="18" charset="2"/>
        <a:buChar char="-"/>
        <a:defRPr sz="1600">
          <a:latin typeface="+mn-lt"/>
          <a:ea typeface="+mn-ea"/>
          <a:cs typeface="+mn-cs"/>
        </a:defRPr>
      </a:lvl3pPr>
      <a:lvl4pPr marL="266700" indent="-266700" rtl="0">
        <a:spcAft>
          <a:spcPts val="600"/>
        </a:spcAft>
        <a:buFontTx/>
        <a:buBlip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</a:buBlip>
        <a:defRPr sz="1600" b="0">
          <a:latin typeface="+mn-lt"/>
          <a:ea typeface="+mn-ea"/>
          <a:cs typeface="+mn-cs"/>
        </a:defRPr>
      </a:lvl4pPr>
      <a:lvl5pPr marL="0" indent="0" rtl="0">
        <a:spcAft>
          <a:spcPts val="600"/>
        </a:spcAft>
        <a:buFont typeface="Arial" panose="020B0604020202020204" pitchFamily="34" charset="0"/>
        <a:buNone/>
        <a:defRPr sz="1600" b="1">
          <a:solidFill>
            <a:schemeClr val="accent1"/>
          </a:solidFill>
          <a:latin typeface="+mn-lt"/>
          <a:ea typeface="+mn-ea"/>
          <a:cs typeface="+mn-cs"/>
        </a:defRPr>
      </a:lvl5pPr>
      <a:lvl6pPr marL="0" indent="0" rtl="0">
        <a:spcAft>
          <a:spcPts val="600"/>
        </a:spcAft>
        <a:defRPr sz="1600" b="1">
          <a:solidFill>
            <a:schemeClr val="tx1"/>
          </a:solidFill>
          <a:latin typeface="+mn-lt"/>
          <a:ea typeface="+mn-ea"/>
          <a:cs typeface="+mn-cs"/>
        </a:defRPr>
      </a:lvl6pPr>
      <a:lvl7pPr marL="0" indent="0">
        <a:spcAft>
          <a:spcPts val="600"/>
        </a:spcAft>
        <a:defRPr sz="1600" b="1">
          <a:solidFill>
            <a:schemeClr val="accent1"/>
          </a:solidFill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11" userDrawn="1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566" userDrawn="1">
          <p15:clr>
            <a:srgbClr val="F26B43"/>
          </p15:clr>
        </p15:guide>
        <p15:guide id="7" orient="horz" pos="935" userDrawn="1">
          <p15:clr>
            <a:srgbClr val="F26B43"/>
          </p15:clr>
        </p15:guide>
        <p15:guide id="8" orient="horz" pos="4133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724201F-CD9E-EFA1-5411-1F35359DAAA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20633903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3" imgW="500" imgH="501" progId="TCLayout.ActiveDocument.1">
                  <p:embed/>
                </p:oleObj>
              </mc:Choice>
              <mc:Fallback>
                <p:oleObj name="think-cell Folie" r:id="rId13" imgW="500" imgH="501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724201F-CD9E-EFA1-5411-1F35359DAA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C74C6FE-0F4D-8319-457A-C63FEB235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484314"/>
            <a:ext cx="11522075" cy="48244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</p:txBody>
      </p:sp>
      <p:sp>
        <p:nvSpPr>
          <p:cNvPr id="7" name="Titelplatzhalter 6">
            <a:extLst>
              <a:ext uri="{FF2B5EF4-FFF2-40B4-BE49-F238E27FC236}">
                <a16:creationId xmlns:a16="http://schemas.microsoft.com/office/drawing/2014/main" id="{80259F05-F73F-E85D-C17F-361FC62AE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812" y="273685"/>
            <a:ext cx="10591791" cy="62483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758F6339-9525-674A-A387-9074C2D393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2" y="6584315"/>
            <a:ext cx="4217987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8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810E407D-DF5D-00A6-62E0-EFC1AF503F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400" y="6584315"/>
            <a:ext cx="401638" cy="2736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8892AE28-62A3-44B5-BF1C-9B9DE3470A3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74712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  <p:sldLayoutId id="2147484032" r:id="rId2"/>
    <p:sldLayoutId id="2147484033" r:id="rId3"/>
    <p:sldLayoutId id="2147484034" r:id="rId4"/>
    <p:sldLayoutId id="2147484035" r:id="rId5"/>
    <p:sldLayoutId id="2147484036" r:id="rId6"/>
    <p:sldLayoutId id="2147484037" r:id="rId7"/>
    <p:sldLayoutId id="2147484038" r:id="rId8"/>
    <p:sldLayoutId id="2147484039" r:id="rId9"/>
    <p:sldLayoutId id="2147484040" r:id="rId10"/>
  </p:sldLayoutIdLst>
  <p:hf hdr="0" dt="0"/>
  <p:txStyles>
    <p:titleStyle>
      <a:lvl1pPr rtl="0">
        <a:defRPr sz="36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66700" indent="-266700" rtl="0">
        <a:spcAft>
          <a:spcPts val="600"/>
        </a:spcAft>
        <a:buFontTx/>
        <a:buBlip>
          <a:blip r:embed="rId15"/>
        </a:buBlip>
        <a:defRPr sz="1600">
          <a:latin typeface="+mn-lt"/>
          <a:ea typeface="+mn-ea"/>
          <a:cs typeface="+mn-cs"/>
        </a:defRPr>
      </a:lvl1pPr>
      <a:lvl2pPr marL="450850" indent="-184150" rtl="0">
        <a:spcAft>
          <a:spcPts val="600"/>
        </a:spcAft>
        <a:buFont typeface="Arial" panose="020B0604020202020204" pitchFamily="34" charset="0"/>
        <a:buChar char="•"/>
        <a:defRPr sz="1600">
          <a:latin typeface="+mn-lt"/>
          <a:ea typeface="+mn-ea"/>
          <a:cs typeface="+mn-cs"/>
        </a:defRPr>
      </a:lvl2pPr>
      <a:lvl3pPr marL="628650" indent="-177800" rtl="0">
        <a:spcAft>
          <a:spcPts val="600"/>
        </a:spcAft>
        <a:buFont typeface="Symbol" panose="05050102010706020507" pitchFamily="18" charset="2"/>
        <a:buChar char="-"/>
        <a:defRPr sz="1600">
          <a:latin typeface="+mn-lt"/>
          <a:ea typeface="+mn-ea"/>
          <a:cs typeface="+mn-cs"/>
        </a:defRPr>
      </a:lvl3pPr>
      <a:lvl4pPr marL="266700" indent="-266700" rtl="0">
        <a:spcAft>
          <a:spcPts val="600"/>
        </a:spcAft>
        <a:buFontTx/>
        <a:buBlip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</a:buBlip>
        <a:defRPr sz="1600" b="0">
          <a:latin typeface="+mn-lt"/>
          <a:ea typeface="+mn-ea"/>
          <a:cs typeface="+mn-cs"/>
        </a:defRPr>
      </a:lvl4pPr>
      <a:lvl5pPr marL="0" indent="0" rtl="0">
        <a:spcAft>
          <a:spcPts val="600"/>
        </a:spcAft>
        <a:buFont typeface="Arial" panose="020B0604020202020204" pitchFamily="34" charset="0"/>
        <a:buNone/>
        <a:defRPr sz="1600" b="1">
          <a:solidFill>
            <a:schemeClr val="accent1"/>
          </a:solidFill>
          <a:latin typeface="+mn-lt"/>
          <a:ea typeface="+mn-ea"/>
          <a:cs typeface="+mn-cs"/>
        </a:defRPr>
      </a:lvl5pPr>
      <a:lvl6pPr marL="0" indent="0" rtl="0">
        <a:spcAft>
          <a:spcPts val="600"/>
        </a:spcAft>
        <a:defRPr sz="1600" b="1">
          <a:solidFill>
            <a:schemeClr val="tx1"/>
          </a:solidFill>
          <a:latin typeface="+mn-lt"/>
          <a:ea typeface="+mn-ea"/>
          <a:cs typeface="+mn-cs"/>
        </a:defRPr>
      </a:lvl6pPr>
      <a:lvl7pPr marL="0" indent="0">
        <a:spcAft>
          <a:spcPts val="600"/>
        </a:spcAft>
        <a:defRPr sz="1600" b="1">
          <a:solidFill>
            <a:schemeClr val="accent1"/>
          </a:solidFill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11" userDrawn="1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566" userDrawn="1">
          <p15:clr>
            <a:srgbClr val="F26B43"/>
          </p15:clr>
        </p15:guide>
        <p15:guide id="7" orient="horz" pos="935" userDrawn="1">
          <p15:clr>
            <a:srgbClr val="F26B43"/>
          </p15:clr>
        </p15:guide>
        <p15:guide id="8" orient="horz" pos="41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D77EAE1-A1E4-7867-EEA9-3ABBC06D2E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Sepsis Log Data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DE39E64-6C1E-77AF-5A50-0583F6F4BA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Lukas Steininger</a:t>
            </a:r>
          </a:p>
        </p:txBody>
      </p:sp>
    </p:spTree>
    <p:extLst>
      <p:ext uri="{BB962C8B-B14F-4D97-AF65-F5344CB8AC3E}">
        <p14:creationId xmlns:p14="http://schemas.microsoft.com/office/powerpoint/2010/main" val="1478817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el 46">
            <a:extLst>
              <a:ext uri="{FF2B5EF4-FFF2-40B4-BE49-F238E27FC236}">
                <a16:creationId xmlns:a16="http://schemas.microsoft.com/office/drawing/2014/main" id="{BE81DF29-B3C6-6FB6-DB6B-D27B13EAD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Release of Patients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FB0BE93D-E69C-4E81-F66E-939C03065C0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GB" dirty="0" err="1"/>
              <a:t>Verwirrende</a:t>
            </a:r>
            <a:r>
              <a:rPr lang="en-GB" dirty="0"/>
              <a:t> </a:t>
            </a:r>
            <a:r>
              <a:rPr lang="en-GB" dirty="0" err="1"/>
              <a:t>Verwendung</a:t>
            </a:r>
            <a:r>
              <a:rPr lang="en-GB" dirty="0"/>
              <a:t> von Release Events</a:t>
            </a:r>
          </a:p>
          <a:p>
            <a:pPr lvl="1"/>
            <a:r>
              <a:rPr lang="en-GB" dirty="0"/>
              <a:t>Release B – E </a:t>
            </a:r>
            <a:r>
              <a:rPr lang="en-GB" dirty="0" err="1"/>
              <a:t>selten</a:t>
            </a:r>
            <a:r>
              <a:rPr lang="en-GB" dirty="0"/>
              <a:t> </a:t>
            </a:r>
            <a:r>
              <a:rPr lang="en-GB" dirty="0" err="1"/>
              <a:t>verwendet</a:t>
            </a:r>
            <a:endParaRPr lang="en-GB" dirty="0"/>
          </a:p>
        </p:txBody>
      </p:sp>
      <p:sp>
        <p:nvSpPr>
          <p:cNvPr id="49" name="Textplatzhalter 48">
            <a:extLst>
              <a:ext uri="{FF2B5EF4-FFF2-40B4-BE49-F238E27FC236}">
                <a16:creationId xmlns:a16="http://schemas.microsoft.com/office/drawing/2014/main" id="{A68EBE74-4AD6-083C-E31E-8A2F43125D5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E88471-A7C3-3BFE-5135-1AEF339E08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C0FB1B-2E41-EA6B-C9CB-F324035CBB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892AE28-62A3-44B5-BF1C-9B9DE3470A34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7299AC3A-F9C7-63F8-6089-D884D1A6003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6" name="Bildplatzhalter 45" descr="Ein Bild, das Text, Schrift, Screenshot enthält.&#10;&#10;KI-generierte Inhalte können fehlerhaft sein.">
            <a:extLst>
              <a:ext uri="{FF2B5EF4-FFF2-40B4-BE49-F238E27FC236}">
                <a16:creationId xmlns:a16="http://schemas.microsoft.com/office/drawing/2014/main" id="{40422737-F62D-658B-1F45-941011A79F78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68" b="5468"/>
          <a:stretch>
            <a:fillRect/>
          </a:stretch>
        </p:blipFill>
        <p:spPr bwMode="auto">
          <a:xfrm>
            <a:off x="3621629" y="2096520"/>
            <a:ext cx="8235408" cy="36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4715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368019-A72B-4015-D17C-751DB61AC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Distribution of Case Duration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14F3D68-0868-0FFA-DBAF-6F9C0D25E91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GB" dirty="0" err="1"/>
              <a:t>Längster</a:t>
            </a:r>
            <a:r>
              <a:rPr lang="en-GB" dirty="0"/>
              <a:t> Trace: ~ 1 Jahr, 2 </a:t>
            </a:r>
            <a:r>
              <a:rPr lang="en-GB" dirty="0" err="1"/>
              <a:t>Monate</a:t>
            </a:r>
            <a:endParaRPr lang="en-GB" dirty="0"/>
          </a:p>
          <a:p>
            <a:pPr lvl="1"/>
            <a:r>
              <a:rPr lang="en-GB" dirty="0" err="1"/>
              <a:t>Endet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”Return ER”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3547138-1501-8294-CA8A-CD92F280C62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02B9AD-7CA5-FCA7-2AB5-B554F20AA3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656A66-E455-751B-C054-D54A7E8BD1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892AE28-62A3-44B5-BF1C-9B9DE3470A34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3F98FD6-DB3F-9F55-3309-BBBD0BD452A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8" name="Grafik 7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89E6C43B-9519-DCE7-BC13-369A9F78CE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3974" y="2096520"/>
            <a:ext cx="7333063" cy="36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46217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C57ED3-CA84-185E-6383-A0C888C03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Activities over Time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A75235B-E9D8-813A-8CB9-62380008990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GB" dirty="0" err="1"/>
              <a:t>Ablauf</a:t>
            </a:r>
            <a:r>
              <a:rPr lang="en-GB" dirty="0"/>
              <a:t> der </a:t>
            </a:r>
            <a:r>
              <a:rPr lang="en-GB" dirty="0" err="1"/>
              <a:t>Aktivitäten</a:t>
            </a:r>
            <a:r>
              <a:rPr lang="en-GB" dirty="0"/>
              <a:t> </a:t>
            </a:r>
            <a:r>
              <a:rPr lang="en-GB" dirty="0" err="1"/>
              <a:t>über</a:t>
            </a:r>
            <a:r>
              <a:rPr lang="en-GB" dirty="0"/>
              <a:t> relative Case-Dauer</a:t>
            </a:r>
          </a:p>
          <a:p>
            <a:pPr lvl="1"/>
            <a:endParaRPr lang="en-GB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DA774F8-0A15-B0AD-5BEF-05364B2B241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5D7C7DF-05DA-A8ED-5E93-7780399873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Fachhochschule Oberösterreich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070170-8971-7D30-C254-7FFB1239F8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892AE28-62A3-44B5-BF1C-9B9DE3470A34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D01F15D-9803-9F45-FBC0-807DC8D1A81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8" name="Grafik 7" descr="Ein Bild, das Text, Reihe, Wasser, Screenshot enthält.&#10;&#10;KI-generierte Inhalte können fehlerhaft sein.">
            <a:extLst>
              <a:ext uri="{FF2B5EF4-FFF2-40B4-BE49-F238E27FC236}">
                <a16:creationId xmlns:a16="http://schemas.microsoft.com/office/drawing/2014/main" id="{BD4EE7F8-5B28-79FF-A2C6-8E04BDEB9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339" y="2073875"/>
            <a:ext cx="8735322" cy="421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7908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ROT_FHOÖ Master 2024 1.3">
  <a:themeElements>
    <a:clrScheme name="FHOÖ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40726"/>
      </a:accent1>
      <a:accent2>
        <a:srgbClr val="5E8036"/>
      </a:accent2>
      <a:accent3>
        <a:srgbClr val="007478"/>
      </a:accent3>
      <a:accent4>
        <a:srgbClr val="823896"/>
      </a:accent4>
      <a:accent5>
        <a:srgbClr val="004B96"/>
      </a:accent5>
      <a:accent6>
        <a:srgbClr val="BABABA"/>
      </a:accent6>
      <a:hlink>
        <a:srgbClr val="000000"/>
      </a:hlink>
      <a:folHlink>
        <a:srgbClr val="000000"/>
      </a:folHlink>
    </a:clrScheme>
    <a:fontScheme name="FHOÖ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sz="1500" dirty="0" err="1">
            <a:solidFill>
              <a:schemeClr val="bg1">
                <a:lumMod val="9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lIns="0" tIns="0" rIns="0" bIns="0"/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4v12_AS_20240610_FH_FHOÖ03_FHOOE_Master + Folienbibliothek" id="{44611DC1-0245-4A1D-BDAC-DA78895E9320}" vid="{4C469CE8-27E3-4EB7-8B7D-CB4398E43B6D}"/>
    </a:ext>
  </a:extLst>
</a:theme>
</file>

<file path=ppt/theme/theme2.xml><?xml version="1.0" encoding="utf-8"?>
<a:theme xmlns:a="http://schemas.openxmlformats.org/drawingml/2006/main" name="GRÜN_FHOÖ Master 2024 1.3">
  <a:themeElements>
    <a:clrScheme name="FHOÖ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40726"/>
      </a:accent1>
      <a:accent2>
        <a:srgbClr val="5E8036"/>
      </a:accent2>
      <a:accent3>
        <a:srgbClr val="007478"/>
      </a:accent3>
      <a:accent4>
        <a:srgbClr val="823896"/>
      </a:accent4>
      <a:accent5>
        <a:srgbClr val="004B96"/>
      </a:accent5>
      <a:accent6>
        <a:srgbClr val="BABABA"/>
      </a:accent6>
      <a:hlink>
        <a:srgbClr val="000000"/>
      </a:hlink>
      <a:folHlink>
        <a:srgbClr val="000000"/>
      </a:folHlink>
    </a:clrScheme>
    <a:fontScheme name="FHOÖ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sz="1500" dirty="0" err="1">
            <a:solidFill>
              <a:schemeClr val="bg1">
                <a:lumMod val="9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lIns="0" tIns="0" rIns="0" bIns="0"/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4v12_AS_20240610_FH_FHOÖ03_FHOOE_Master + Folienbibliothek" id="{44611DC1-0245-4A1D-BDAC-DA78895E9320}" vid="{67CC0B56-358B-45B1-8DEA-F56117D4E7C9}"/>
    </a:ext>
  </a:extLst>
</a:theme>
</file>

<file path=ppt/theme/theme3.xml><?xml version="1.0" encoding="utf-8"?>
<a:theme xmlns:a="http://schemas.openxmlformats.org/drawingml/2006/main" name="PETROL_FHOÖ Master 2024 1.3">
  <a:themeElements>
    <a:clrScheme name="FHOÖ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40726"/>
      </a:accent1>
      <a:accent2>
        <a:srgbClr val="5E8036"/>
      </a:accent2>
      <a:accent3>
        <a:srgbClr val="007478"/>
      </a:accent3>
      <a:accent4>
        <a:srgbClr val="823896"/>
      </a:accent4>
      <a:accent5>
        <a:srgbClr val="004B96"/>
      </a:accent5>
      <a:accent6>
        <a:srgbClr val="BABABA"/>
      </a:accent6>
      <a:hlink>
        <a:srgbClr val="000000"/>
      </a:hlink>
      <a:folHlink>
        <a:srgbClr val="000000"/>
      </a:folHlink>
    </a:clrScheme>
    <a:fontScheme name="FHOÖ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sz="1500" dirty="0" err="1">
            <a:solidFill>
              <a:schemeClr val="bg1">
                <a:lumMod val="9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lIns="0" tIns="0" rIns="0" bIns="0"/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4v12_AS_20240610_FH_FHOÖ03_FHOOE_Master + Folienbibliothek" id="{44611DC1-0245-4A1D-BDAC-DA78895E9320}" vid="{23C41CD3-9F99-414B-8D0B-229C30996906}"/>
    </a:ext>
  </a:extLst>
</a:theme>
</file>

<file path=ppt/theme/theme4.xml><?xml version="1.0" encoding="utf-8"?>
<a:theme xmlns:a="http://schemas.openxmlformats.org/drawingml/2006/main" name="LILA_FHOÖ Master 2024 1.3">
  <a:themeElements>
    <a:clrScheme name="FHOÖ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40726"/>
      </a:accent1>
      <a:accent2>
        <a:srgbClr val="5E8036"/>
      </a:accent2>
      <a:accent3>
        <a:srgbClr val="007478"/>
      </a:accent3>
      <a:accent4>
        <a:srgbClr val="823896"/>
      </a:accent4>
      <a:accent5>
        <a:srgbClr val="004B96"/>
      </a:accent5>
      <a:accent6>
        <a:srgbClr val="BABABA"/>
      </a:accent6>
      <a:hlink>
        <a:srgbClr val="000000"/>
      </a:hlink>
      <a:folHlink>
        <a:srgbClr val="000000"/>
      </a:folHlink>
    </a:clrScheme>
    <a:fontScheme name="FHOÖ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sz="1500" dirty="0" err="1">
            <a:solidFill>
              <a:schemeClr val="bg1">
                <a:lumMod val="9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lIns="0" tIns="0" rIns="0" bIns="0"/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4v12_AS_20240610_FH_FHOÖ03_FHOOE_Master + Folienbibliothek" id="{44611DC1-0245-4A1D-BDAC-DA78895E9320}" vid="{F7CA2295-C914-47C9-A506-0CDC870C50FC}"/>
    </a:ext>
  </a:extLst>
</a:theme>
</file>

<file path=ppt/theme/theme5.xml><?xml version="1.0" encoding="utf-8"?>
<a:theme xmlns:a="http://schemas.openxmlformats.org/drawingml/2006/main" name="BLAU_FHOÖ Master 2024 1.3">
  <a:themeElements>
    <a:clrScheme name="FHOÖ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40726"/>
      </a:accent1>
      <a:accent2>
        <a:srgbClr val="5E8036"/>
      </a:accent2>
      <a:accent3>
        <a:srgbClr val="007478"/>
      </a:accent3>
      <a:accent4>
        <a:srgbClr val="823896"/>
      </a:accent4>
      <a:accent5>
        <a:srgbClr val="004B96"/>
      </a:accent5>
      <a:accent6>
        <a:srgbClr val="BABABA"/>
      </a:accent6>
      <a:hlink>
        <a:srgbClr val="000000"/>
      </a:hlink>
      <a:folHlink>
        <a:srgbClr val="000000"/>
      </a:folHlink>
    </a:clrScheme>
    <a:fontScheme name="FHOÖ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sz="1500" dirty="0" err="1">
            <a:solidFill>
              <a:schemeClr val="bg1">
                <a:lumMod val="9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lIns="0" tIns="0" rIns="0" bIns="0"/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4v12_AS_20240610_FH_FHOÖ03_FHOOE_Master + Folienbibliothek" id="{44611DC1-0245-4A1D-BDAC-DA78895E9320}" vid="{BB51E073-6982-455B-8D4B-604A72465D7C}"/>
    </a:ext>
  </a:extLst>
</a:theme>
</file>

<file path=ppt/theme/theme6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9FDE717160F51429896B2CC021A67EF" ma:contentTypeVersion="3" ma:contentTypeDescription="Create a new document." ma:contentTypeScope="" ma:versionID="326ba70113cfc72369b14c5c679dc568">
  <xsd:schema xmlns:xsd="http://www.w3.org/2001/XMLSchema" xmlns:xs="http://www.w3.org/2001/XMLSchema" xmlns:p="http://schemas.microsoft.com/office/2006/metadata/properties" xmlns:ns2="57d49775-6a83-4ebb-be5f-7d271e2f9d17" targetNamespace="http://schemas.microsoft.com/office/2006/metadata/properties" ma:root="true" ma:fieldsID="8ac928953ea76e4b038f6211c2ee622c" ns2:_="">
    <xsd:import namespace="57d49775-6a83-4ebb-be5f-7d271e2f9d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d49775-6a83-4ebb-be5f-7d271e2f9d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AB0C32B-1FB3-42F5-9983-F7275B629EE1}">
  <ds:schemaRefs>
    <ds:schemaRef ds:uri="537f69ec-f24e-46d0-894c-2babc8fd3625"/>
    <ds:schemaRef ds:uri="ebccf410-d078-4b0d-9982-ffe814e2184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3609137-33C3-4680-B82D-7850BCC05F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7d49775-6a83-4ebb-be5f-7d271e2f9d1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F8987FB-D551-4802-AC2B-3BB3C7AF530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ROT_FHOÖ Master 2024 1</Template>
  <TotalTime>0</TotalTime>
  <Words>56</Words>
  <Application>Microsoft Macintosh PowerPoint</Application>
  <PresentationFormat>Breitbild</PresentationFormat>
  <Paragraphs>16</Paragraphs>
  <Slides>4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5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13" baseType="lpstr">
      <vt:lpstr>Arial</vt:lpstr>
      <vt:lpstr>Calibri</vt:lpstr>
      <vt:lpstr>Symbol</vt:lpstr>
      <vt:lpstr>ROT_FHOÖ Master 2024 1.3</vt:lpstr>
      <vt:lpstr>GRÜN_FHOÖ Master 2024 1.3</vt:lpstr>
      <vt:lpstr>PETROL_FHOÖ Master 2024 1.3</vt:lpstr>
      <vt:lpstr>LILA_FHOÖ Master 2024 1.3</vt:lpstr>
      <vt:lpstr>BLAU_FHOÖ Master 2024 1.3</vt:lpstr>
      <vt:lpstr>think-cell Folie</vt:lpstr>
      <vt:lpstr>PowerPoint-Präsentation</vt:lpstr>
      <vt:lpstr>Release of Patients</vt:lpstr>
      <vt:lpstr>Distribution of Case Duration</vt:lpstr>
      <vt:lpstr>Activities over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Steininger Lukas - s2410595016</dc:creator>
  <cp:lastModifiedBy>Steininger Lukas - s2410595016</cp:lastModifiedBy>
  <cp:revision>1</cp:revision>
  <dcterms:created xsi:type="dcterms:W3CDTF">2025-11-03T18:15:09Z</dcterms:created>
  <dcterms:modified xsi:type="dcterms:W3CDTF">2025-11-03T18:26:30Z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2023-09-28T00:00:00Z</vt:filetime>
  </property>
  <property fmtid="{D5CDD505-2E9C-101B-9397-08002B2CF9AE}" pid="3" name="Creator">
    <vt:lpwstr>Adobe InDesign 18.5 (Macintosh)</vt:lpwstr>
  </property>
  <property fmtid="{D5CDD505-2E9C-101B-9397-08002B2CF9AE}" pid="4" name="GTS_PDFXVersion">
    <vt:lpwstr>PDF/X-4</vt:lpwstr>
  </property>
  <property fmtid="{D5CDD505-2E9C-101B-9397-08002B2CF9AE}" pid="5" name="LastSaved">
    <vt:filetime>2023-10-03T00:00:00Z</vt:filetime>
  </property>
  <property fmtid="{D5CDD505-2E9C-101B-9397-08002B2CF9AE}" pid="6" name="Producer">
    <vt:lpwstr>Adobe PDF Library 17.0</vt:lpwstr>
  </property>
  <property fmtid="{D5CDD505-2E9C-101B-9397-08002B2CF9AE}" pid="7" name="ContentTypeId">
    <vt:lpwstr>0x010100C9FDE717160F51429896B2CC021A67EF</vt:lpwstr>
  </property>
  <property fmtid="{D5CDD505-2E9C-101B-9397-08002B2CF9AE}" pid="8" name="MediaServiceImageTags">
    <vt:lpwstr/>
  </property>
</Properties>
</file>